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ariel@linux1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:~$ 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saludar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057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Avanzado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· Arrays · Redirección · Here-docs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1 — Más allá de lo básico · ABS Guide, caps. 19, 20, 23, 24 y 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18120" y="3977640"/>
            <a:ext cx="3794760" cy="2331720"/>
          </a:xfrm>
          <a:prstGeom prst="roundRect">
            <a:avLst>
              <a:gd name="adj" fmla="val 3137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5864" y="42336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57032" y="42336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8458200" y="42336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82712" y="4544568"/>
            <a:ext cx="346557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4709160"/>
            <a:ext cx="32644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"Hola, $1"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"mundo"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Funciones: declarar y llamar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Agrupan código reutilizable; se invocan por su nombre, como un comando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75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saludar {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514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con function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palabra clave function es opcional.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630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 () {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portable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4361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C, más portable entre distintos shells.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389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definición va ANTES de la primera llamada. En una sola línea, el último comando lleva ; antes de }.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2514600"/>
            <a:ext cx="454456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saludar() {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"Hola, $1"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 Ariel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Hola, Ariel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f() {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"línea 1"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"línea 2"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1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2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y alcance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tienen sus propios parámetros y pueden aislar sus variables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874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propios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Dentro, $1 $2 $# $@ son los de la función, no los del script ($0 sí sigue siendo el script).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017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pasarlos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argumentos del script NO se ven dentro salvo que se pasen: func "$1".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160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descarta $1 y corre el resto; útil para recorrer los argumentos.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5303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276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local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577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x limita la variable al cuerpo de la función; imprescindible en recursión.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14600"/>
            <a:ext cx="454456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sumar() {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$(( $1 + $2 ))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sumar 3 4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contar() {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n=$#; 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"$n args"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contar a b c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args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valores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entrega un estado (0–255); para texto se usa la salida o una variable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75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514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salida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8072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0–255, se lee con $? tras llamar. Sin número, devuelve el estado del último comando.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13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res=$(func)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4251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la salida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454456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devolver texto o números grandes, la función hace echo y se captura con $( 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440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Recursión: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puede llamarse a sí misma (por ejemplo, para calcular Fibonacci).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0568" y="2514600"/>
            <a:ext cx="454456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es_par() {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 $1 % 2 == 0 ))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es_par 4; 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$?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0 = verdadero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doble() {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$(( $1 * 2 ))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r=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doble 21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echo $r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Arrays: crear y acceder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admite arreglos unidimensionales, con índice empezando en 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874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frutas=(pera uva kiwi). También declare -a frutas, o frutas[0]=pera.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017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elemento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desde 0 y con llaves obligatorias: ${frutas[1]} → uva.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160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[@]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${frutas[@]} expande a todos; entre comillas, cada uno es una palabra.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514600"/>
            <a:ext cx="454456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frutas=(pera uva kiwi)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${frutas[0]}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pera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${frutas[@]}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pera uva kiwi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frutas[3]=mango; 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${frutas[3]}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y medir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elementos, cortar segmentos e iterar sobre el array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874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#[@]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${#dias[@]} da el número de elementos del array.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017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#[i]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de uno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${#dias[i]} da los caracteres del elemento 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160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[@]:p:n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${dias[@]:p:n} toma n elementos desde la posición 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5303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276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577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 in "${dias[@]}"; do … recorre uno por uno.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14600"/>
            <a:ext cx="454456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dias=(lun mar mie jue vie)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${#dias[@]}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${dias[@]:1:2}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mie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"${dias[@]}"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 …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lun mar mie jue vie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y arrays asociativos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Agregar, quitar, combinar y usar claves de texto en lugar de índices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214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arr+=(x y)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2560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8529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elementos al final del array.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214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unset arr[i]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0528" y="2560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0528" y="28529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un elemento; unset arr borra el array entero.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1788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dest=( ${a[@]} ${b[@]} 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4617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49103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 dos arrays en uno nuevo.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1788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-A cap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4617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Asociativo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49103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4+. Índices de texto: cap[uy]=Montevideo; claves con ${!cap[@]}.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Descriptores de archivo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archivo abierto tiene un número; 0, 1 y 2 son los estándar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874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 — entrada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estándar (normalmente el teclado).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017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— salida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estándar (la pantalla). 1&gt;archivo la redirige.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160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stderr — errores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error. 2&gt;archivo los separa de la salida normal.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5303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2&gt;&amp;1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276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ambas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577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stderr al mismo destino que stdout. &amp;&gt; es lo mismo, más corto.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14600"/>
            <a:ext cx="454456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*.txt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ok.log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err.log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todo.log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 + err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/nada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2&gt;&amp;1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grep -i error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"aviso"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&gt;&amp;2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va a stderr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y redirección persistente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Redirigir el resto del script, o un bloque completo, de una sola vez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75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&gt; registro.log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2514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script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8072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aquí, toda la salida va al archivo sin repetir la redirección.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930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3&lt; datos.txt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un descriptor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4224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el fd 3 a un archivo; exec 3&gt;&amp;- lo cierra.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10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…; } &gt; salida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86968" y="5349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Redirigir un bloque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56418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la E/S de un grupo de comandos entero.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514600"/>
            <a:ext cx="454456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3&lt; datos.txt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abre fd 3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linea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&lt;&amp;3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lee del fd 3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3&gt;&amp;-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cierra fd 3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echo a; echo b; }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par.txt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log.txt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todo lo que sigue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Here-documents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varias líneas a la entrada de un comando, sin archivos aparte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874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a stdin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entre &lt;&lt; FIN y la línea FIN se envía como entrada del comando.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017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&lt;&lt;-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Sangría con tabs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guion suprime los tabuladores iniciales; permite indentar el bloque.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160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'FIN'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sustitución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delimitador entre comillas, $var y los comandos quedan literales.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5303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5276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Here-string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577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una sola cadena a stdin: comando &lt;&lt;&lt; "$var".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14600"/>
            <a:ext cx="454456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 FIN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Usuario: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Fecha: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$(date +%F)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Usuario: ariel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Fecha: 2026-08-07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uy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"$paises"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procesos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salida de un comando como si fuera un archivo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96596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&lt;( 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entrada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la salida de un comando como archivo (/dev/fd/n) para leerlo.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2461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 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218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salida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520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lo que se escriba hacia la entrada de otro comando.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5262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4988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dos salidas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00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&lt;(cmd1) &lt;(cmd2) compara resultados sin crear archivos temporales.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514600"/>
            <a:ext cx="454456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&lt;(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dir1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&lt;(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dir2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&lt;(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a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&lt;(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b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read l; do echo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done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&lt;(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tee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gzip &gt; log.gz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acceso.log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55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name() { … }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86968" y="21305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con $1 $2 propios, local para el alcance y return para el estado.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55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arr=(a b c)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10528" y="21305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Arrays: ${arr[i]}, todos ${arr[@]}, cantidad ${#arr[@]}.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009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arr+=(x)   declare -A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86968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arrays y crear arreglos asociativos por clave de texto.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3009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2&gt;&amp;1   &amp;&gt;   exec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10528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Descriptores 0/1/2 y redirección persistente con exec.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9469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 FIN     &lt;&lt;&lt;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86968" y="5422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Here-documents y here-strings alimentan la entrada estándar.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9469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&lt;(cmd)   &gt;(cmd)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10528" y="5422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procesos: la salida de un comando como archivo.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</a:t>
            </a:r>
            <a:pPr algn="l" indent="0" marL="0">
              <a:buNone/>
            </a:pPr>
            <a:r>
              <a:rPr lang="en-US" sz="12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Linux 1 · Bash Avanzado · ABS Guide, caps. 19, 20, 23, 24 y 27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2026-08-08T00:38:54Z</dcterms:created>
  <dcterms:modified xsi:type="dcterms:W3CDTF">2026-08-08T00:38:54Z</dcterms:modified>
</cp:coreProperties>
</file>