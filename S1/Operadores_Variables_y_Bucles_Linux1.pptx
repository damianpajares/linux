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ariel@linux1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:~$ 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 for while until case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Operadores, Variables</a:t>
            </a:r>
            <a:endParaRPr lang="en-US" sz="5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Bucles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 · Variables internas · Manipulación · Control de flujo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1 — Cierre · ABS Guide, capítulos 8 a 11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55280" y="402336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93024" y="42793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394192" y="42793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0" y="42793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9235440" y="4178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19872" y="4590288"/>
            <a:ext cx="332841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7888" y="4754880"/>
            <a:ext cx="31272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{1..3}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do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"Vuelta $i"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opera con enteros; cada grupo cumple un propósito dentro de las expresiones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8803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-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67128" y="288950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 /  restar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35387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67128" y="354787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 /  dividir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41970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67128" y="420624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(resto)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485546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67128" y="486460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51960" y="196596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44568" y="2880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07608" y="2889504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valor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44568" y="35387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   -=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07608" y="354787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44568" y="41970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*=   /=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07608" y="4206240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y asignar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44568" y="48554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   --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07608" y="486460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incrementar / decrementar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55280" y="196596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Lógicos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47888" y="2880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45168" y="2889504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— ambas verdaderas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47888" y="35387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45168" y="3547872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alguna verdadera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47888" y="41970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45168" y="4206240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negación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 con (( )) y $(( ))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expresiones numéricas y expandirlas a su valor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665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(( ... ))   evaluar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32304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el cálculo y fija variables. Perfecto en bucles: (( i++ )). Devuelve un estado según el resultado.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87452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0665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$(( ... ))   expandir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432304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sustituye por el valor: total=$(( 5 * 3 )). Equivale a  let "total = 5*3".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9136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y límites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261104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por defecto · octal 0nn · hexadecimal 0xNN · otras bases BASE#N (2–64). Bash solo maneja enteros (64 bits), no admite decimales.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70332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9944" y="39593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6611112" y="39593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812280" y="39593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36792" y="4270248"/>
            <a:ext cx="511149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4434840"/>
            <a:ext cx="491032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 total = 5 * 3 )); 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$total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$(( 2 ** 10 ))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$(( 0x1F )) 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hex → decimal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internas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define muchas variables listas para usar en cualquier script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y rutas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8803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$HOME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67128" y="288950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personal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35387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67128" y="354787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de ejecutables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41970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$PWD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67128" y="420624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actual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485546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$OLDPWD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67128" y="486460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anterior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51960" y="196596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44568" y="28803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16168" y="2889504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usuario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44568" y="35387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$UID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16168" y="3547872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de usuario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44568" y="41970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$HOSTNAME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16168" y="420624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equipo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44568" y="48554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$PPID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16168" y="4864608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del proceso padre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55280" y="196596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y shell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47888" y="28803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$IFS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19488" y="2889504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separador de campos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47888" y="35387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$LINENO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19488" y="3547872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actual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47888" y="41970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$SECONDS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19488" y="420624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 activos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47888" y="48554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$RANDOM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19488" y="4864608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 aleatorio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Aleatoriedad y tipado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$RANDOM da números al azar; declare asigna propiedades a las variables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745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$RANDOM — pseudoaleatorio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 entre 0 y 32767 en cada lectura. Con % se ajusta el rango. No sirve para criptografía.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175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90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-i — entero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 la variable como número: evalúa aritmética al asignarla.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605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133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-r — solo lectura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vuelve constante: no se puede modificar (igual que readonly).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3035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5276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-a / -x — array / exportar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577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 la convierte en arreglo; -x la exporta al entorno de los hijos.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44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2514600"/>
            <a:ext cx="454456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$(( RANDOM % 6 + 1 )) 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dado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-i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n="3+4"; echo $n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-r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PI=3.14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PI=3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bash: PI: variable de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 lectura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y subcadenas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y recortar el contenido de una variable con ${ }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745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${#s}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caracteres que tiene la cadena.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632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${s:n}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0358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una posición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37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Subcadena desde el índice n (el primer carácter es 0).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519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${s:n:l}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42245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y largo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526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caracteres a partir del índice 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2514600"/>
            <a:ext cx="454456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s="Linux1"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${#s}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${s:0:5}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${s:5}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y reemplazar patrones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el valor sin comandos externos — clave para manejar nombres de archivo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del inicio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8803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${s#p}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67128" y="288950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 más corta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34472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${s##p}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67128" y="345643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 más larga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del final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4568" y="28803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${s%p}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70448" y="288950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 más corta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44568" y="34472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${s%%p}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70448" y="345643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 más larga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2221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47888" y="2880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${s/a/b}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10928" y="2889504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vez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47888" y="34472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${s//a/b}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10928" y="345643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veces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423367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22"/>
          <p:cNvSpPr/>
          <p:nvPr/>
        </p:nvSpPr>
        <p:spPr>
          <a:xfrm>
            <a:off x="987552" y="423367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23"/>
          <p:cNvSpPr/>
          <p:nvPr/>
        </p:nvSpPr>
        <p:spPr>
          <a:xfrm>
            <a:off x="1188720" y="423367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24"/>
          <p:cNvSpPr/>
          <p:nvPr/>
        </p:nvSpPr>
        <p:spPr>
          <a:xfrm>
            <a:off x="9235440" y="4133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3232" y="4544568"/>
            <a:ext cx="1073505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4709160"/>
            <a:ext cx="1053388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f="foto.tar.gz"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${f%.gz}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→ 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foto.tar       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quita .gz del final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${f%%.*}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→ 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           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quita .tar.gz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${f/foto/img}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img.tar.gz     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reemplaza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de parámetros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Reaccionar cuando una variable no está definida o está vacía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939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${v:-def}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6968" y="25877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por defecto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8895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 no existe o está vacía, usa def (sin modificar v).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939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${v:=def}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10528" y="25877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por defecto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0528" y="28895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 no existe o está vacía, la fija en def.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227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${v:+alt}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6968" y="44165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alternativo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6968" y="47183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 está definida, usa alt; si no, cadena vacía.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70332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9227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${v:?msg}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10528" y="44165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o abortar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10528" y="47183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 no está definida, imprime msg y corta el script.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algn="l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los dos puntos (${v-def}) solo actúa cuando v está SIN declarar, no cuando está vacía.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for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una lista de elementos, uno por vuelta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848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</a:t>
            </a:r>
            <a:pPr indent="0" marL="0">
              <a:buNone/>
            </a:pPr>
            <a:r>
              <a:rPr lang="en-US" sz="1600" b="1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 sobre palabras, archivos (*), rangos {1..10} o la salida de $(...).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9136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(( </a:t>
            </a:r>
            <a:pPr indent="0" marL="0">
              <a:buNone/>
            </a:pPr>
            <a:r>
              <a:rPr lang="en-US" sz="1500" b="1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i=0; i&lt;n; i++</a:t>
            </a:r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3708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C: control numérico con inicio, condición y paso.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0568" y="2514600"/>
            <a:ext cx="454456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*.txt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do 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"$f"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done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notas.txt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todo.txt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{1..3}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do echo -n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"$i "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done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 i=0; i&lt;3; i++ ))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do echo -n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"$i "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0 1 2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y until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mientras se cumple — o hasta que se cumpla — una condición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— mientras sea verdadero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8716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mientras la condición devuelva 0 (verdadero). Útil cuando no se sabe de antemano cuántas vueltas habrá.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233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— hasta que sea verdadero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40740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opuesto: repite mientras la condición sea falsa y corta cuando se vuelve verdadera.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0568" y="2514600"/>
            <a:ext cx="454456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i=0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$i -lt 3 ]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do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-n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"$i "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(( i++ ));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0 1 2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n=5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$n -eq 0 ]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do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-n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"$n "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(( n-- ));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5 4 3 2 1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y continue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el flujo dentro de un bucle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659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385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 del bucle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el bucle por completo y sigue después de done.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461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2186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Saltar la vuelta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520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ignora el resto de la iteración y pasa a la siguiente.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262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4988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varios niveles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8006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N y continue N actúan sobre N niveles de bucles anidados.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2514600"/>
            <a:ext cx="454456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1 2 3 4 5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do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$i -eq 3 ] &amp;&amp;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saltea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$i -eq 5 ] &amp;&amp;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corta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-n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"$i "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1 2 4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/ esac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switch de Bash: elige un bloque según coincidencia de patrones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659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9385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+ bloque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patrón termina en ) y cada bloque en ;; ; el conjunto cierra con esac.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461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2186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por defecto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520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* captura cualquier otro valor no contemplado.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262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re*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44988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Admite comodines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8006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patrones aceptan globbing: re* coincide con restart, reload, etc.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servicio.sh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2514600"/>
            <a:ext cx="454456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"$1"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"Iniciando…"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;;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stop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"Deteniendo…"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;;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re*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"Reiniciando…"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;;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echo 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"Uso: $0 …"</a:t>
            </a:r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;;</a:t>
            </a:r>
            <a:endParaRPr lang="en-US" sz="12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esac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550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 * / % **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86968" y="21305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enteros; (( )) evalúa y $(( )) expande a valor.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550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$IFS  $UID  $RANDOM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510528" y="21305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internas listas para usar; declare da propiedades.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0098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${#v}   ${v:n:l}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86968" y="37764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y subcadenas del contenido de una variable.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306324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30098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${v#p}   ${v/a/b}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10528" y="37764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y reemplazar patrones; ideal para nombres de archivo.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94690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${v:-def}  ${v:?msg}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86968" y="54223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por defecto y control de variables vacías.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47091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94690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 while  until  case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10528" y="54223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Bucles y ramificación: el control de flujo del shell.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</a:t>
            </a:r>
            <a:pPr algn="l" indent="0" marL="0">
              <a:buNone/>
            </a:pPr>
            <a:r>
              <a:rPr lang="en-US" sz="12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Linux 1 · Cierre · ABS Guide, capítulos 8 a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2026-08-07T01:33:59Z</dcterms:created>
  <dcterms:modified xsi:type="dcterms:W3CDTF">2026-08-07T01:33:59Z</dcterms:modified>
</cp:coreProperties>
</file>