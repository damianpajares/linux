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65760"/>
            <a:ext cx="8229600" cy="4297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914400" cy="914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502920"/>
            <a:ext cx="1417320" cy="457200"/>
          </a:xfrm>
          <a:prstGeom prst="rect">
            <a:avLst/>
          </a:prstGeom>
          <a:solidFill>
            <a:srgbClr val="1C2B4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0" y="5029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828800" y="65836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III · REDES Y SERVICIOS — U1 SEMANAS 2–3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5800" y="107899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Avanzadas,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685800" y="169164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Fallos y Timers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85800" y="23317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· Restart policies · Services propios · Timer units · Recursos · Optimización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" y="2788920"/>
            <a:ext cx="5943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2608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78992" y="29260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 ·  journalctl  ·  cgroups  ·  timers  ·  hardening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85800" y="3429000"/>
            <a:ext cx="1691640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85800" y="342900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560320" y="3429000"/>
            <a:ext cx="1691640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560320" y="342900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434840" y="3429000"/>
            <a:ext cx="1691640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434840" y="342900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309360" y="3429000"/>
            <a:ext cx="1691640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309360" y="342900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85800" y="4005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Prerequisito: Clase 1 — systemd, PID 1, units básicas, journalctl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Tarea · Hoja de Ruta Clase 2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402336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4023360" cy="365760"/>
          </a:xfrm>
          <a:prstGeom prst="rect">
            <a:avLst/>
          </a:prstGeom>
          <a:solidFill>
            <a:srgbClr val="0D332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Revisión de Tarea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14813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servicios activos?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1792224"/>
            <a:ext cx="37033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" y="179222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list-units --state=running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1480" y="2286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¿Mayor tiempo de arranque?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" y="2596896"/>
            <a:ext cx="37033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" y="25968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systemd-analyze blame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11480" y="30906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servicio gestiona la red?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1480" y="3401568"/>
            <a:ext cx="37033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" y="34015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status NetworkManager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1480" y="38953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servicio gestiona los logs?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1480" y="4206240"/>
            <a:ext cx="37033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" y="42062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status systemd-journald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0" y="1005840"/>
            <a:ext cx="429768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0" y="1005840"/>
            <a:ext cx="4297680" cy="365760"/>
          </a:xfrm>
          <a:prstGeom prst="rect">
            <a:avLst/>
          </a:prstGeom>
          <a:solidFill>
            <a:srgbClr val="1C2B4A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09160" y="10058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Hoja de Ruta — Clase 2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709160" y="1481328"/>
            <a:ext cx="4023360" cy="402336"/>
          </a:xfrm>
          <a:prstGeom prst="rect">
            <a:avLst/>
          </a:prstGeom>
          <a:solidFill>
            <a:srgbClr val="21262D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09160" y="1481328"/>
            <a:ext cx="457200" cy="40233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09160" y="148132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239512" y="15087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entre units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239512" y="170078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Wants, Requires, After, Before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709160" y="1956816"/>
            <a:ext cx="4023360" cy="402336"/>
          </a:xfrm>
          <a:prstGeom prst="rect">
            <a:avLst/>
          </a:prstGeom>
          <a:solidFill>
            <a:srgbClr val="21262D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09160" y="1956816"/>
            <a:ext cx="457200" cy="402336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09160" y="1956816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239512" y="198424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reinicio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239512" y="217627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Restart=, RestartSec=, simulación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709160" y="2432304"/>
            <a:ext cx="4023360" cy="402336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709160" y="2432304"/>
            <a:ext cx="457200" cy="40233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09160" y="243230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239512" y="245973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servicio propio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239512" y="265176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CTT Monitor — unit desde cero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709160" y="2907792"/>
            <a:ext cx="4023360" cy="402336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09160" y="2907792"/>
            <a:ext cx="457200" cy="40233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709160" y="290779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239512" y="293522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units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5239512" y="312724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Reemplazando cron con systemd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709160" y="3383280"/>
            <a:ext cx="4023360" cy="402336"/>
          </a:xfrm>
          <a:prstGeom prst="rect">
            <a:avLst/>
          </a:prstGeom>
          <a:solidFill>
            <a:srgbClr val="21262D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709160" y="3383280"/>
            <a:ext cx="457200" cy="402336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709160" y="338328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5239512" y="341071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de recursos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5239512" y="360273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CPUQuota, MemoryMax, cgroups v2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4709160" y="3858768"/>
            <a:ext cx="4023360" cy="402336"/>
          </a:xfrm>
          <a:prstGeom prst="rect">
            <a:avLst/>
          </a:prstGeom>
          <a:solidFill>
            <a:srgbClr val="21262D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709160" y="3858768"/>
            <a:ext cx="457200" cy="40233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709160" y="38587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5239512" y="38862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del arranque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5239512" y="407822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systemd-analyze + deshabilitar servicios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4709160" y="4334256"/>
            <a:ext cx="4023360" cy="402336"/>
          </a:xfrm>
          <a:prstGeom prst="rect">
            <a:avLst/>
          </a:prstGeom>
          <a:solidFill>
            <a:srgbClr val="21262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709160" y="4334256"/>
            <a:ext cx="45720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709160" y="4334256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5239512" y="43616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2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5239512" y="455371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file, fallos y hardening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entre Units — El Grafo de Arranque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8595360" cy="475488"/>
          </a:xfrm>
          <a:prstGeom prst="rect">
            <a:avLst/>
          </a:prstGeom>
          <a:solidFill>
            <a:srgbClr val="1C2B4A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02412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no levanta servicios al azar. Lee un </a:t>
            </a:r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de dependencias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garantizar que cada servicio arranca en el orden correcto y solo cuando sus requisitos están satisfechos.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1581912"/>
            <a:ext cx="859536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1901952"/>
            <a:ext cx="8595360" cy="2743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15819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874520" y="15819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206240" y="15819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675120" y="15819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1965960"/>
            <a:ext cx="859536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4320" y="1965960"/>
            <a:ext cx="45720" cy="53035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847088" y="1965960"/>
            <a:ext cx="18288" cy="53035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78808" y="1965960"/>
            <a:ext cx="18288" cy="53035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47688" y="1965960"/>
            <a:ext cx="18288" cy="53035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" y="1965960"/>
            <a:ext cx="1417320" cy="53035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Requires=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920240" y="19659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dependencia dura.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251960" y="1965960"/>
            <a:ext cx="2331720" cy="53035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unit requerida falla → esta unit también falla.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720840" y="1965960"/>
            <a:ext cx="2057400" cy="53035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Requires=network.target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74320" y="2560320"/>
            <a:ext cx="859536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4320" y="2560320"/>
            <a:ext cx="45720" cy="5303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47088" y="2560320"/>
            <a:ext cx="18288" cy="53035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78808" y="2560320"/>
            <a:ext cx="18288" cy="53035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647688" y="2560320"/>
            <a:ext cx="18288" cy="53035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2560320"/>
            <a:ext cx="1417320" cy="53035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Wants=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920240" y="2560320"/>
            <a:ext cx="2194560" cy="53035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débil (preferida).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251960" y="2560320"/>
            <a:ext cx="2331720" cy="53035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unit deseada falla → esta unit sigue iniciando igual.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720840" y="2560320"/>
            <a:ext cx="2057400" cy="53035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Wants=network-online.target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74320" y="3154680"/>
            <a:ext cx="859536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4320" y="3154680"/>
            <a:ext cx="45720" cy="5303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847088" y="3154680"/>
            <a:ext cx="18288" cy="53035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78808" y="3154680"/>
            <a:ext cx="18288" cy="53035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647688" y="3154680"/>
            <a:ext cx="18288" cy="53035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84048" y="3154680"/>
            <a:ext cx="1417320" cy="53035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After=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1920240" y="3154680"/>
            <a:ext cx="2194560" cy="53035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orden (no implica dependencia).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4251960" y="3154680"/>
            <a:ext cx="2331720" cy="53035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unit inicia DESPUÉS de la listada, sin requerirla.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720840" y="3154680"/>
            <a:ext cx="2057400" cy="53035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After=syslog.target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4320" y="3749040"/>
            <a:ext cx="859536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74320" y="3749040"/>
            <a:ext cx="45720" cy="53035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847088" y="3749040"/>
            <a:ext cx="18288" cy="53035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78808" y="3749040"/>
            <a:ext cx="18288" cy="53035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647688" y="3749040"/>
            <a:ext cx="18288" cy="53035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84048" y="3749040"/>
            <a:ext cx="1417320" cy="53035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Before=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1920240" y="37490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inverso. Esta unit inicia primero.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4251960" y="3749040"/>
            <a:ext cx="2331720" cy="53035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listada espera hasta que esta termine de arrancar.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6720840" y="3749040"/>
            <a:ext cx="2057400" cy="53035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Before=multi-user.target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274320" y="4343400"/>
            <a:ext cx="859536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4320" y="4343400"/>
            <a:ext cx="45720" cy="530352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847088" y="4343400"/>
            <a:ext cx="18288" cy="53035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178808" y="4343400"/>
            <a:ext cx="18288" cy="53035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647688" y="4343400"/>
            <a:ext cx="18288" cy="53035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84048" y="4343400"/>
            <a:ext cx="1417320" cy="53035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Conflicts=</a:t>
            </a:r>
            <a:endParaRPr lang="en-US" sz="1050" dirty="0"/>
          </a:p>
        </p:txBody>
      </p:sp>
      <p:sp>
        <p:nvSpPr>
          <p:cNvPr id="56" name="Text 53"/>
          <p:cNvSpPr/>
          <p:nvPr/>
        </p:nvSpPr>
        <p:spPr>
          <a:xfrm>
            <a:off x="1920240" y="43434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Exclusión mutua entre units.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4251960" y="4343400"/>
            <a:ext cx="2331720" cy="53035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unit listada está activa → esta se detiene y viceversa.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6720840" y="4343400"/>
            <a:ext cx="2057400" cy="53035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Conflicts=shutdown.target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Reinicio — Restart=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solidFill>
            <a:srgbClr val="1A0808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02412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 proceso muere, ¿qué hace systemd? 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la directiva </a:t>
            </a:r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Restart=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definida en la sección [Service] del unit file.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1591056"/>
            <a:ext cx="274320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591056"/>
            <a:ext cx="2743200" cy="5486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1700784"/>
            <a:ext cx="25603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170078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Restart=no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84048" y="204825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reinicio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84048" y="230428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reinicia el servicio. Si muere, queda muerto.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84048" y="271576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una sola ejecución (scripts de init)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00400" y="1591056"/>
            <a:ext cx="274320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0" y="1591056"/>
            <a:ext cx="274320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91840" y="1700784"/>
            <a:ext cx="25603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10128" y="170078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Restart=on-failure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310128" y="204825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 falla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10128" y="230428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Reinicia si el proceso termina con código de salida ≠ 0.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310128" y="271576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 de servicios de producción (recomendado)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126480" y="1591056"/>
            <a:ext cx="274320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126480" y="1591056"/>
            <a:ext cx="2743200" cy="54864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17920" y="1700784"/>
            <a:ext cx="25603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36208" y="170078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Restart=always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236208" y="204825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236208" y="230428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Reinicia siempre, incluso en salida limpia (código 0).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236208" y="271576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críticos que deben estar SIEMPRE activos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1508760" y="3127248"/>
            <a:ext cx="301752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A5B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508760" y="3127248"/>
            <a:ext cx="3017520" cy="54864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600200" y="3236976"/>
            <a:ext cx="283464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618488" y="3236976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Restart=on-abnormal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618488" y="3584448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señales anómalas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618488" y="3840480"/>
            <a:ext cx="2798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Reinicia si muere por señal inesperada (SIGKILL, timeout).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1618488" y="4251960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 timeout o watchdog configurado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709160" y="3127248"/>
            <a:ext cx="301752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709160" y="3127248"/>
            <a:ext cx="3017520" cy="54864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800600" y="3236976"/>
            <a:ext cx="283464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18888" y="3236976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Restart=on-watchdog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818888" y="3584448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watchdog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818888" y="3840480"/>
            <a:ext cx="2798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Reinicia solo si el watchdog timer expira sin respuesta.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818888" y="4251960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 heartbeat / keepalive implementado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57200" y="46634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RestartSec=10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espera N segundos antes de reiniciar (evita loops de crash rápidos).  </a:t>
            </a:r>
            <a:pPr indent="0" marL="0">
              <a:buNone/>
            </a:pPr>
            <a:r>
              <a:rPr lang="en-US" sz="10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StartLimitIntervalSec=60 / StartLimitBurst=3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máximo 3 reinicios en 60s.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Fallos — Diagnóstico con journalctl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411480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solidFill>
            <a:srgbClr val="1A0808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Inducir y observar fallos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14447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Ver estado antes del fallo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11480" y="1655064"/>
            <a:ext cx="384048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" y="16550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status nginx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1480" y="20208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Matar el proceso brutalmente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11480" y="2231136"/>
            <a:ext cx="384048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" y="22311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kill -9 $(pidof nginx)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11480" y="2596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Observar el reinicio automático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11480" y="2807208"/>
            <a:ext cx="384048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" y="28072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-u nginx -f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1480" y="3172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Ver historial de reinicios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1480" y="3383280"/>
            <a:ext cx="384048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" y="3383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status nginx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11480" y="3749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Forzar fallo de configuración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11480" y="3959352"/>
            <a:ext cx="384048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" y="39593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edit nginx --force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11480" y="43251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Verificar errores de config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11480" y="4535424"/>
            <a:ext cx="384048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5488" y="45354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-u nginx -p err -n 20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617720" y="1005840"/>
            <a:ext cx="4251960" cy="3886200"/>
          </a:xfrm>
          <a:prstGeom prst="rect">
            <a:avLst/>
          </a:prstGeom>
          <a:solidFill>
            <a:srgbClr val="0A0E14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17720" y="1005840"/>
            <a:ext cx="425196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36592" y="1005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-u nginx -f  (salida real)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736592" y="1353312"/>
            <a:ext cx="4069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 11 10:32:01 systemd[1]: nginx.service: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736592" y="1572768"/>
            <a:ext cx="4069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Main process exited, code=killed,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736592" y="1792224"/>
            <a:ext cx="4069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status=9/KILL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736592" y="2231136"/>
            <a:ext cx="4069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 11 10:32:01 systemd[1]: nginx.service: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736592" y="2450592"/>
            <a:ext cx="4069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Failed with result 'signal'.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36592" y="2889504"/>
            <a:ext cx="4069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 11 10:32:11 systemd[1]: nginx.service: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736592" y="3108960"/>
            <a:ext cx="4069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Scheduled restart job...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736592" y="3547872"/>
            <a:ext cx="4069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 11 10:32:11 systemd[1]: Stopped nginx.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736592" y="3767328"/>
            <a:ext cx="4069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 11 10:32:11 systemd[1]: Starting nginx...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736592" y="3986784"/>
            <a:ext cx="4069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 11 10:32:12 nginx[8821]: nginx: the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736592" y="4206240"/>
            <a:ext cx="4069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configuration file syntax is ok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736592" y="4425696"/>
            <a:ext cx="4069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 11 10:32:12 systemd[1]: Started nginx.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617720" y="4645152"/>
            <a:ext cx="4251960" cy="246888"/>
          </a:xfrm>
          <a:prstGeom prst="rect">
            <a:avLst/>
          </a:prstGeom>
          <a:solidFill>
            <a:srgbClr val="0D332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09160" y="4645152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RestartSec=10 → reinicia 10s después del fallo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Servicio Propio — CTT Monitor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4709160" cy="3931920"/>
          </a:xfrm>
          <a:prstGeom prst="rect">
            <a:avLst/>
          </a:prstGeom>
          <a:solidFill>
            <a:srgbClr val="0A0E14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4709160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10058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/etc/systemd/system/ctt-monitor.service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02336" y="1325880"/>
            <a:ext cx="44805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[Unit]</a:t>
            </a:r>
            <a:endParaRPr lang="en-US" sz="920" dirty="0"/>
          </a:p>
        </p:txBody>
      </p:sp>
      <p:sp>
        <p:nvSpPr>
          <p:cNvPr id="10" name="Text 7"/>
          <p:cNvSpPr/>
          <p:nvPr/>
        </p:nvSpPr>
        <p:spPr>
          <a:xfrm>
            <a:off x="402336" y="1483157"/>
            <a:ext cx="44805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Description=CTT System Monitor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402336" y="1640434"/>
            <a:ext cx="44805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Documentation=https://ctt.edu.uy/docs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402336" y="1797710"/>
            <a:ext cx="44805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After=network.target syslog.target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402336" y="1954987"/>
            <a:ext cx="44805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Wants=network-online.target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402336" y="2269541"/>
            <a:ext cx="44805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[Service]</a:t>
            </a:r>
            <a:endParaRPr lang="en-US" sz="920" dirty="0"/>
          </a:p>
        </p:txBody>
      </p:sp>
      <p:sp>
        <p:nvSpPr>
          <p:cNvPr id="15" name="Text 12"/>
          <p:cNvSpPr/>
          <p:nvPr/>
        </p:nvSpPr>
        <p:spPr>
          <a:xfrm>
            <a:off x="402336" y="2426818"/>
            <a:ext cx="44805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Type=simple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402336" y="2584094"/>
            <a:ext cx="44805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User=ctt-monitor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402336" y="2741371"/>
            <a:ext cx="44805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Group=ctt-monitor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402336" y="2898648"/>
            <a:ext cx="44805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WorkingDirectory=/opt/ctt-monitor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402336" y="3055925"/>
            <a:ext cx="44805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ExecStart=/usr/local/bin/ctt_monitor.sh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402336" y="3213202"/>
            <a:ext cx="44805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ExecReload=/bin/kill -HUP $MAINPID</a:t>
            </a:r>
            <a:endParaRPr lang="en-US" sz="920" dirty="0"/>
          </a:p>
        </p:txBody>
      </p:sp>
      <p:sp>
        <p:nvSpPr>
          <p:cNvPr id="21" name="Text 18"/>
          <p:cNvSpPr/>
          <p:nvPr/>
        </p:nvSpPr>
        <p:spPr>
          <a:xfrm>
            <a:off x="402336" y="3370478"/>
            <a:ext cx="44805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Restart=on-failure</a:t>
            </a:r>
            <a:endParaRPr lang="en-US" sz="920" dirty="0"/>
          </a:p>
        </p:txBody>
      </p:sp>
      <p:sp>
        <p:nvSpPr>
          <p:cNvPr id="22" name="Text 19"/>
          <p:cNvSpPr/>
          <p:nvPr/>
        </p:nvSpPr>
        <p:spPr>
          <a:xfrm>
            <a:off x="402336" y="3527755"/>
            <a:ext cx="44805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RestartSec=10</a:t>
            </a:r>
            <a:endParaRPr lang="en-US" sz="920" dirty="0"/>
          </a:p>
        </p:txBody>
      </p:sp>
      <p:sp>
        <p:nvSpPr>
          <p:cNvPr id="23" name="Text 20"/>
          <p:cNvSpPr/>
          <p:nvPr/>
        </p:nvSpPr>
        <p:spPr>
          <a:xfrm>
            <a:off x="402336" y="3685032"/>
            <a:ext cx="44805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StandardOutput=journal</a:t>
            </a:r>
            <a:endParaRPr lang="en-US" sz="920" dirty="0"/>
          </a:p>
        </p:txBody>
      </p:sp>
      <p:sp>
        <p:nvSpPr>
          <p:cNvPr id="24" name="Text 21"/>
          <p:cNvSpPr/>
          <p:nvPr/>
        </p:nvSpPr>
        <p:spPr>
          <a:xfrm>
            <a:off x="402336" y="3842309"/>
            <a:ext cx="44805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Hardening ---</a:t>
            </a:r>
            <a:endParaRPr lang="en-US" sz="920" dirty="0"/>
          </a:p>
        </p:txBody>
      </p:sp>
      <p:sp>
        <p:nvSpPr>
          <p:cNvPr id="25" name="Text 22"/>
          <p:cNvSpPr/>
          <p:nvPr/>
        </p:nvSpPr>
        <p:spPr>
          <a:xfrm>
            <a:off x="402336" y="3999586"/>
            <a:ext cx="44805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NoNewPrivileges=true</a:t>
            </a:r>
            <a:endParaRPr lang="en-US" sz="920" dirty="0"/>
          </a:p>
        </p:txBody>
      </p:sp>
      <p:sp>
        <p:nvSpPr>
          <p:cNvPr id="26" name="Text 23"/>
          <p:cNvSpPr/>
          <p:nvPr/>
        </p:nvSpPr>
        <p:spPr>
          <a:xfrm>
            <a:off x="402336" y="4156862"/>
            <a:ext cx="44805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ProtectSystem=strict</a:t>
            </a:r>
            <a:endParaRPr lang="en-US" sz="920" dirty="0"/>
          </a:p>
        </p:txBody>
      </p:sp>
      <p:sp>
        <p:nvSpPr>
          <p:cNvPr id="27" name="Text 24"/>
          <p:cNvSpPr/>
          <p:nvPr/>
        </p:nvSpPr>
        <p:spPr>
          <a:xfrm>
            <a:off x="402336" y="4314139"/>
            <a:ext cx="44805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PrivateTmp=true</a:t>
            </a:r>
            <a:endParaRPr lang="en-US" sz="920" dirty="0"/>
          </a:p>
        </p:txBody>
      </p:sp>
      <p:sp>
        <p:nvSpPr>
          <p:cNvPr id="28" name="Text 25"/>
          <p:cNvSpPr/>
          <p:nvPr/>
        </p:nvSpPr>
        <p:spPr>
          <a:xfrm>
            <a:off x="402336" y="4628693"/>
            <a:ext cx="44805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[Install]</a:t>
            </a:r>
            <a:endParaRPr lang="en-US" sz="920" dirty="0"/>
          </a:p>
        </p:txBody>
      </p:sp>
      <p:sp>
        <p:nvSpPr>
          <p:cNvPr id="29" name="Text 26"/>
          <p:cNvSpPr/>
          <p:nvPr/>
        </p:nvSpPr>
        <p:spPr>
          <a:xfrm>
            <a:off x="402336" y="4785970"/>
            <a:ext cx="44805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WantedBy=multi-user.target</a:t>
            </a:r>
            <a:endParaRPr lang="en-US" sz="920" dirty="0"/>
          </a:p>
        </p:txBody>
      </p:sp>
      <p:sp>
        <p:nvSpPr>
          <p:cNvPr id="30" name="Text 27"/>
          <p:cNvSpPr/>
          <p:nvPr/>
        </p:nvSpPr>
        <p:spPr>
          <a:xfrm>
            <a:off x="516636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Activación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5166360" y="1444752"/>
            <a:ext cx="37033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66360" y="1444752"/>
            <a:ext cx="384048" cy="53035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66360" y="1444752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605272" y="1499616"/>
            <a:ext cx="3200400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50992" y="1499616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7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useradd -r -s /sbin/nologin ctt-monitor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5605272" y="174650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usuario de sistema sin shell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166360" y="2039112"/>
            <a:ext cx="37033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5166360" y="2039112"/>
            <a:ext cx="384048" cy="5303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166360" y="2039112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5605272" y="2093976"/>
            <a:ext cx="3200400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650992" y="2093976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75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nano /etc/systemd/system/ctt-monitor.service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5605272" y="2340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la unit file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166360" y="2633472"/>
            <a:ext cx="37033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5166360" y="2633472"/>
            <a:ext cx="384048" cy="53035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166360" y="2633472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5605272" y="2688336"/>
            <a:ext cx="3200400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650992" y="2688336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7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daemon-reload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5605272" y="29352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Recargar configuración de systemd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5166360" y="3227832"/>
            <a:ext cx="37033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5166360" y="3227832"/>
            <a:ext cx="384048" cy="5303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166360" y="3227832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5605272" y="3282696"/>
            <a:ext cx="3200400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650992" y="3282696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enable --now ctt-monitor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5605272" y="352958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e iniciar en un solo paso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5166360" y="3822192"/>
            <a:ext cx="37033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5166360" y="3822192"/>
            <a:ext cx="384048" cy="5303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166360" y="3822192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5605272" y="3877056"/>
            <a:ext cx="3200400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650992" y="3877056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status ctt-monitor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5605272" y="41239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está activo (running)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5166360" y="4416552"/>
            <a:ext cx="37033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5166360" y="4416552"/>
            <a:ext cx="384048" cy="5303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166360" y="4416552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>
            <a:off x="5605272" y="4471416"/>
            <a:ext cx="3200400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650992" y="4471416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75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-u ctt-monitor -f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5605272" y="471830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logs en tiempo real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5166360" y="5056632"/>
            <a:ext cx="3703320" cy="-109728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Units — Reemplazando cron con systemd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8595360" cy="475488"/>
          </a:xfrm>
          <a:prstGeom prst="rect">
            <a:avLst/>
          </a:prstGeom>
          <a:solidFill>
            <a:srgbClr val="1C2B4A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02412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timers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 una alternativa moderna a cron. Al ser units, heredan toda la maquinaria de systemd: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dependencias, reinicio automático y monitoreo integrado.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1581912"/>
            <a:ext cx="4160520" cy="1755648"/>
          </a:xfrm>
          <a:prstGeom prst="rect">
            <a:avLst/>
          </a:prstGeom>
          <a:solidFill>
            <a:srgbClr val="0A0E14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581912"/>
            <a:ext cx="4160520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15819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ctt-backup.timer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02336" y="1892808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[Unit]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02336" y="2025396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Description=Backup diario CTT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02336" y="2157984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Requires=ctt-backup.service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02336" y="2423160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[Timer]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02336" y="2555748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OnCalendar=*-*-* 02:00:00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02336" y="2688336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Persistent=true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02336" y="2953512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[Install]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02336" y="3086100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WantedBy=timers.target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17720" y="1581912"/>
            <a:ext cx="4251960" cy="1755648"/>
          </a:xfrm>
          <a:prstGeom prst="rect">
            <a:avLst/>
          </a:prstGeom>
          <a:solidFill>
            <a:srgbClr val="0A0E14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17720" y="1581912"/>
            <a:ext cx="4251960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36592" y="15819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ctt-backup.service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36592" y="1892808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[Unit]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736592" y="2025396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Description=Backup CTT System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36592" y="2290572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[Service]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736592" y="2423160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Type=oneshot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736592" y="2555748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User=backup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736592" y="2688336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ExecStart=/opt/scripts/backup.sh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736592" y="2820924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StandardOutput=journal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736592" y="2953512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NoNewPrivileges=true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736592" y="3086100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 sección [Install]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27432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OnCalendar=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274320" y="3822192"/>
            <a:ext cx="2286000" cy="22860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0040" y="38221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2651760" y="3822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día a las 00:00:00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274320" y="4078224"/>
            <a:ext cx="2286000" cy="228600"/>
          </a:xfrm>
          <a:prstGeom prst="rect">
            <a:avLst/>
          </a:prstGeom>
          <a:solidFill>
            <a:srgbClr val="0D1117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0040" y="407822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*-*-* 02:00:00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2651760" y="40782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días a las 2 AM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274320" y="4334256"/>
            <a:ext cx="2286000" cy="228600"/>
          </a:xfrm>
          <a:prstGeom prst="rect">
            <a:avLst/>
          </a:prstGeom>
          <a:solidFill>
            <a:srgbClr val="0D1117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20040" y="43342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 *-*-* 06:00:00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2651760" y="43342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lunes a las 6 AM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274320" y="4590288"/>
            <a:ext cx="2286000" cy="228600"/>
          </a:xfrm>
          <a:prstGeom prst="rect">
            <a:avLst/>
          </a:prstGeom>
          <a:solidFill>
            <a:srgbClr val="0D1117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20040" y="45902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*:0/15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2651760" y="45902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15 minutos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274320" y="4846320"/>
            <a:ext cx="2286000" cy="228600"/>
          </a:xfrm>
          <a:prstGeom prst="rect">
            <a:avLst/>
          </a:prstGeom>
          <a:solidFill>
            <a:srgbClr val="0D1117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20040" y="4846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2026-03-11 12:00:00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265176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y hora exacta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4617720" y="3429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timers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4617720" y="3822192"/>
            <a:ext cx="425196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709160" y="38221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enable --now ctt-backup.timer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4617720" y="4142232"/>
            <a:ext cx="425196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709160" y="4142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list-timers --all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617720" y="4462272"/>
            <a:ext cx="425196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709160" y="44622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-u ctt-backup.service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4617720" y="4782312"/>
            <a:ext cx="425196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709160" y="47823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systemd-analyze calendar '*-*-* 02:00:00'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vs systemd timers — Comparativa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859536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353312"/>
            <a:ext cx="8595360" cy="2743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005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907792" y="1005840"/>
            <a:ext cx="18288" cy="34747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71800" y="10058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60720" y="1005840"/>
            <a:ext cx="18288" cy="34747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10058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Timer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" y="1417320"/>
            <a:ext cx="859536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07792" y="1417320"/>
            <a:ext cx="18288" cy="4206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1417320"/>
            <a:ext cx="18288" cy="4206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48" y="1417320"/>
            <a:ext cx="2468880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 ejecución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971800" y="1417320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por defecto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824728" y="1417320"/>
            <a:ext cx="2971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journalctl integrado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74320" y="1892808"/>
            <a:ext cx="8595360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907792" y="1892808"/>
            <a:ext cx="18288" cy="4206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60720" y="1892808"/>
            <a:ext cx="18288" cy="4206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4048" y="1892808"/>
            <a:ext cx="2468880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del sistema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971800" y="1892808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824728" y="1892808"/>
            <a:ext cx="2971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After=, Requires=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74320" y="2368296"/>
            <a:ext cx="859536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907792" y="2368296"/>
            <a:ext cx="18288" cy="4206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760720" y="2368296"/>
            <a:ext cx="18288" cy="4206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2368296"/>
            <a:ext cx="2468880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diferida (catch-up)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971800" y="2368296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824728" y="2368296"/>
            <a:ext cx="2971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Persistent=true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274320" y="2843784"/>
            <a:ext cx="8595360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907792" y="2843784"/>
            <a:ext cx="18288" cy="4206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760720" y="2843784"/>
            <a:ext cx="18288" cy="4206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84048" y="2843784"/>
            <a:ext cx="2468880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centralizada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2971800" y="2843784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separados por usuario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824728" y="2843784"/>
            <a:ext cx="2971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list-timers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274320" y="3319272"/>
            <a:ext cx="859536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907792" y="3319272"/>
            <a:ext cx="18288" cy="4206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760720" y="3319272"/>
            <a:ext cx="18288" cy="4206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84048" y="3319272"/>
            <a:ext cx="2468880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de tiempo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2971800" y="3319272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campos (a veces confusos)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5824728" y="3319272"/>
            <a:ext cx="2971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OnCalendar= (legible)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274320" y="3794760"/>
            <a:ext cx="8595360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907792" y="3794760"/>
            <a:ext cx="18288" cy="4206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760720" y="3794760"/>
            <a:ext cx="18288" cy="4206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84048" y="3794760"/>
            <a:ext cx="2468880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de fallos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2971800" y="3794760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(email)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5824728" y="3794760"/>
            <a:ext cx="2971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OnFailure= unit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274320" y="4270248"/>
            <a:ext cx="859536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907792" y="4270248"/>
            <a:ext cx="18288" cy="4206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760720" y="4270248"/>
            <a:ext cx="18288" cy="4206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84048" y="42702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2971800" y="4270248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baja (conocido)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5824728" y="4270248"/>
            <a:ext cx="2971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Moderada (más archivos)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274320" y="4745736"/>
            <a:ext cx="8595360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907792" y="4745736"/>
            <a:ext cx="18288" cy="4206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760720" y="4745736"/>
            <a:ext cx="18288" cy="4206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84048" y="4745736"/>
            <a:ext cx="2468880" cy="42062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 universal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2971800" y="4745736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sistema POSIX</a:t>
            </a:r>
            <a:endParaRPr lang="en-US" sz="1050" dirty="0"/>
          </a:p>
        </p:txBody>
      </p:sp>
      <p:sp>
        <p:nvSpPr>
          <p:cNvPr id="60" name="Text 57"/>
          <p:cNvSpPr/>
          <p:nvPr/>
        </p:nvSpPr>
        <p:spPr>
          <a:xfrm>
            <a:off x="5824728" y="4745736"/>
            <a:ext cx="2971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sistemas con systemd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274320" y="5239512"/>
            <a:ext cx="859536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de Recursos — cgroups v2 desde systemd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8595360" cy="475488"/>
          </a:xfrm>
          <a:prstGeom prst="rect">
            <a:avLst/>
          </a:prstGeom>
          <a:solidFill>
            <a:srgbClr val="1C2B4A"/>
          </a:solidFill>
          <a:ln w="12700">
            <a:solidFill>
              <a:srgbClr val="A5B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02412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cgroups v2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(Control Groups) es la tecnología del Kernel Linux para asignar y limitar recursos por proceso. systemd expone esta funcionalidad directamente en el unit file — </a:t>
            </a:r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herramientas adicionales.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1581912"/>
            <a:ext cx="260604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581912"/>
            <a:ext cx="2606040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1673352"/>
            <a:ext cx="242316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167335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CPUQuota=25%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65760" y="19842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— Cuota de procesador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65760" y="22585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 el porcentaje de CPU total que puede usar el servicio.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= máximo 1/4 de un núcleo lógico.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65760" y="2743200"/>
            <a:ext cx="2423160" cy="22860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2336" y="274320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show nginx | grep CPU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063240" y="1581912"/>
            <a:ext cx="260604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A5B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063240" y="1581912"/>
            <a:ext cx="2606040" cy="54864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154680" y="1673352"/>
            <a:ext cx="242316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172968" y="167335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MemoryMax=200M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154680" y="19842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— Límite de RAM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154680" y="22585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de RAM física. Si lo supera, el kernel mata el proceso (OOM Killer).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el sistema de fugas de memoria.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154680" y="2743200"/>
            <a:ext cx="2423160" cy="22860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191256" y="274320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status nginx | grep Memory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943600" y="1581912"/>
            <a:ext cx="260604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943600" y="1581912"/>
            <a:ext cx="260604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35040" y="1673352"/>
            <a:ext cx="242316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53328" y="167335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MemoryHigh=150M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035040" y="19842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— Presión suave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035040" y="22585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blando: el proceso recibe presión de memoria pero no muere.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con MemoryMax para control fino.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035040" y="2743200"/>
            <a:ext cx="2423160" cy="22860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71616" y="274320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/sys/fs/cgroup/system.slice/nginx.service/memory.high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274320" y="3127248"/>
            <a:ext cx="260604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274320" y="3127248"/>
            <a:ext cx="260604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65760" y="3218688"/>
            <a:ext cx="242316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84048" y="321868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IOWeight=50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365760" y="35295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— Peso relativo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365760" y="38039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de acceso a disco en competencia con otros servicios.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(defecto: 100, rango: 1–10000)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365760" y="4288536"/>
            <a:ext cx="2423160" cy="22860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02336" y="4288536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systemd-cgtop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3063240" y="3127248"/>
            <a:ext cx="260604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063240" y="3127248"/>
            <a:ext cx="2606040" cy="54864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154680" y="3218688"/>
            <a:ext cx="242316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172968" y="321868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TasksMax=100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3154680" y="35295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— Límite de hilos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3154680" y="38039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de tareas (procesos + hilos) que puede crear este servicio.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fork bombs y exhaustión de PIDs.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154680" y="4288536"/>
            <a:ext cx="2423160" cy="22860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191256" y="4288536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status nginx | grep Tasks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5943600" y="3127248"/>
            <a:ext cx="260604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943600" y="3127248"/>
            <a:ext cx="2606040" cy="5486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035040" y="3218688"/>
            <a:ext cx="242316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053328" y="321868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CPUSchedulingPolicy=idle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6035040" y="35295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de scheduling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6035040" y="38039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scheduling policy. idle = ejecutar solo cuando la CPU no tiene trabajo real.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6035040" y="4288536"/>
            <a:ext cx="2423160" cy="22860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071616" y="4288536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chrt -p $(pidof nginx)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systemd-cgtop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monitoreo en tiempo real del consumo de recursos por servicio (análogo a htop para cgroups)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del Arranque — systemd-analyze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8595360" cy="475488"/>
          </a:xfrm>
          <a:prstGeom prst="rect">
            <a:avLst/>
          </a:prstGeom>
          <a:solidFill>
            <a:srgbClr val="1A1400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02412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buen administrador no solo arranca servicios — los </a:t>
            </a:r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mide, optimiza y elimina lo que no necesita.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Tiempo de boot &lt; 10s en servidores de producción es un objetivo razonable.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1581912"/>
            <a:ext cx="41148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581912"/>
            <a:ext cx="4114800" cy="329184"/>
          </a:xfrm>
          <a:prstGeom prst="rect">
            <a:avLst/>
          </a:prstGeom>
          <a:solidFill>
            <a:srgbClr val="1A1400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58191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Comandos de análisis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1984248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total de arranque (kernel + userspace)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1480" y="2148840"/>
            <a:ext cx="3886200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" y="2148840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5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systemd-analyze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11480" y="240487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servicios por tiempo de inicio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11480" y="2569464"/>
            <a:ext cx="3886200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" y="2569464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systemd-analyze blame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11480" y="2825496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crítica que alarga el boot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11480" y="2990088"/>
            <a:ext cx="3886200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" y="2990088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systemd-analyze critical-chain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11480" y="3246120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SVG del proceso de arranque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11480" y="3410712"/>
            <a:ext cx="3886200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" y="3410712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systemd-analyze plot &gt; boot.svg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11480" y="3666744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servicios que arrancan con el OS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11480" y="3831336"/>
            <a:ext cx="3886200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5488" y="3831336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list-unit-files --state=enabled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11480" y="4087368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 un servicio (más seguro que disable)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4251960"/>
            <a:ext cx="3886200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5488" y="4251960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mask bluetooth.service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11480" y="450799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Desactivar servicio del arranque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672584"/>
            <a:ext cx="3886200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5488" y="4672584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disable avahi-daemon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617720" y="1581912"/>
            <a:ext cx="4251960" cy="3291840"/>
          </a:xfrm>
          <a:prstGeom prst="rect">
            <a:avLst/>
          </a:prstGeom>
          <a:solidFill>
            <a:srgbClr val="0A0E14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617720" y="1581912"/>
            <a:ext cx="4251960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36592" y="15819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systemd-analyze blame  (salida ejemplo)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736592" y="1920240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15.428s </a:t>
            </a:r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NetworkManager-wait-online.service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4736592" y="2212848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3.891s </a:t>
            </a:r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docker.service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736592" y="2505456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2.450s </a:t>
            </a:r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mysql.service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4736592" y="2798064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1.203s </a:t>
            </a:r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avahi-daemon.service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4736592" y="3090672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854ms </a:t>
            </a:r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snapd.service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736592" y="3383280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742ms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ModemManager.service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736592" y="3675888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320ms </a:t>
            </a:r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ssh.service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736592" y="3968496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285ms </a:t>
            </a:r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cron.service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4736592" y="4261104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143ms </a:t>
            </a:r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systemd-logind.service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4736592" y="4553712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98ms </a:t>
            </a:r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nginx.service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274320" y="4965192"/>
            <a:ext cx="8595360" cy="137160"/>
          </a:xfrm>
          <a:prstGeom prst="rect">
            <a:avLst/>
          </a:prstGeom>
          <a:noFill/>
          <a:ln/>
        </p:spPr>
      </p:sp>
      <p:sp>
        <p:nvSpPr>
          <p:cNvPr id="46" name="Shape 4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NetworkManager-wait-online es el cuello de botella más común.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</a:t>
            </a:r>
            <a:pPr indent="0" marL="0">
              <a:buNone/>
            </a:pPr>
            <a:r>
              <a:rPr lang="en-US" sz="10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disable NetworkManager-wait-online.service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servidores ahorra ~15s.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Avanzado — Aplicado a nginx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1005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— configuración mínima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1316736"/>
            <a:ext cx="4114800" cy="1828800"/>
          </a:xfrm>
          <a:prstGeom prst="rect">
            <a:avLst/>
          </a:prstGeom>
          <a:solidFill>
            <a:srgbClr val="0A0E14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2336" y="14081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[Service]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02336" y="17007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ExecStart=/usr/sbin/nginx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02336" y="1993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 hardening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02336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 límites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02336" y="25786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Corre como root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26280" y="210312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0883E"/>
                </a:solidFill>
              </a:rPr>
              <a:t>→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029200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— hardened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0" y="1316736"/>
            <a:ext cx="3840480" cy="1828800"/>
          </a:xfrm>
          <a:prstGeom prst="rect">
            <a:avLst/>
          </a:prstGeom>
          <a:solidFill>
            <a:srgbClr val="0A0E14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57216" y="1408176"/>
            <a:ext cx="3639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[Service]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157216" y="1604772"/>
            <a:ext cx="3639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User=www-data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157216" y="1801368"/>
            <a:ext cx="3639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NoNewPrivileges=true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157216" y="1997964"/>
            <a:ext cx="3639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ProtectSystem=strict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157216" y="2194560"/>
            <a:ext cx="3639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ProtectHome=true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157216" y="2391156"/>
            <a:ext cx="3639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PrivateTmp=true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157216" y="2587752"/>
            <a:ext cx="3639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MemoryMax=512M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157216" y="2784348"/>
            <a:ext cx="3639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CPUQuota=80%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157216" y="2980944"/>
            <a:ext cx="3639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ReadWritePaths=/var/log/nginx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74320" y="32552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nivel de seguridad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274320" y="3611880"/>
            <a:ext cx="859536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36118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systemd-analyze security nginx.service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65760" y="39776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NoNewPrivileges 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Privilegios bloqueados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65760" y="42245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PrivateTmp 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/tmp aislado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65760" y="447141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ProtectHome 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 invisible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65760" y="3977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MemoryDenyWriteExecute 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Pendiente — alta prioridad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754880" y="42245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SystemCallFilter 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Pendiente — avanzado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274320" y="4681728"/>
            <a:ext cx="8595360" cy="329184"/>
          </a:xfrm>
          <a:prstGeom prst="rect">
            <a:avLst/>
          </a:prstGeom>
          <a:solidFill>
            <a:srgbClr val="21262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" y="468172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seguridad &lt; 3.0 (escala 0–10, donde 0 es más seguro) según systemd-analyze security.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2 — Unit File, Fallos y Hardening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solidFill>
            <a:srgbClr val="0D3320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00584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Escribir, gestionar, romper y endurecer un servicio propio en VM Linux  ·  Duración: 50–60 min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490472"/>
            <a:ext cx="859536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490472"/>
            <a:ext cx="566928" cy="5303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1490472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32688" y="15270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script a ejecutar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32688" y="1746504"/>
            <a:ext cx="4572000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174650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nano /opt/scripts/mi-app.sh &amp;&amp; chmod +x /opt/scripts/mi-app.sh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669280" y="1545336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debe loguear fecha/hora y dormir 5 segundos en loop infinito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4320" y="2093976"/>
            <a:ext cx="859536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093976"/>
            <a:ext cx="566928" cy="5303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2093976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32688" y="21305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la unit file desde cero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32688" y="2350008"/>
            <a:ext cx="4572000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23500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nano /etc/systemd/system/mi-app.service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669280" y="2148840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Incluir: User=, Restart=on-failure, RestartSec=10, StandardOutput=journal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74320" y="2697480"/>
            <a:ext cx="859536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74320" y="2697480"/>
            <a:ext cx="566928" cy="53035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2697480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32688" y="27340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y verificar el servicio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32688" y="2953512"/>
            <a:ext cx="4572000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05840" y="295351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daemon-reload &amp;&amp; sudo systemctl enable --now mi-app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69280" y="2752344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¿Aparece 'active (running)'? ¿Ves el output en journalctl -u mi-app -f?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74320" y="3300984"/>
            <a:ext cx="859536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74320" y="3300984"/>
            <a:ext cx="566928" cy="53035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3300984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32688" y="33375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un fallo — matar el proceso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932688" y="3557016"/>
            <a:ext cx="4572000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05840" y="355701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kill -9 $(systemctl show mi-app --property=MainPID --value)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669280" y="3355848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segundos tarda en reiniciarse? Documentar en journalctl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274320" y="3904488"/>
            <a:ext cx="859536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274320" y="3904488"/>
            <a:ext cx="566928" cy="53035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74320" y="3904488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932688" y="39410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timer companion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932688" y="4160520"/>
            <a:ext cx="4572000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05840" y="41605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nano /etc/systemd/system/mi-app.timer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669280" y="3959352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OnCalendar=*:0/1 — ejecutar cada minuto. Probar con systemctl list-timers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274320" y="4507992"/>
            <a:ext cx="859536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A5B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274320" y="4507992"/>
            <a:ext cx="566928" cy="530352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74320" y="4507992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932688" y="45445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hardening y medir seguridad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932688" y="4764024"/>
            <a:ext cx="4572000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05840" y="476402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systemd-analyze security mi-app.service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669280" y="4562856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NoNewPrivileges, PrivateTmp, ProtectSystem. ¿Baja el score?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Evaluación — Unidad 1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4160520" cy="2834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4160520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1005840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A — Sin conocimientos previos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84048" y="1481328"/>
            <a:ext cx="3941064" cy="49377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" y="1481328"/>
            <a:ext cx="54864" cy="49377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1481328"/>
            <a:ext cx="3794760" cy="49377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qué falta en una unit file dada para que el servicio arranque al boot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84048" y="2048256"/>
            <a:ext cx="3941064" cy="49377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4048" y="2048256"/>
            <a:ext cx="54864" cy="49377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048256"/>
            <a:ext cx="3794760" cy="49377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la diferencia entre Restart=on-failure y Restart=always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84048" y="2615184"/>
            <a:ext cx="3941064" cy="49377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4048" y="2615184"/>
            <a:ext cx="54864" cy="49377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2615184"/>
            <a:ext cx="3794760" cy="49377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servicios con systemctl (start, stop, enable, status)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84048" y="3182112"/>
            <a:ext cx="3941064" cy="49377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3182112"/>
            <a:ext cx="54864" cy="49377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3182112"/>
            <a:ext cx="3794760" cy="49377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y filtrar logs con journalctl -u &lt;servicio&gt; -p err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663440" y="1005840"/>
            <a:ext cx="4160520" cy="2834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63440" y="1005840"/>
            <a:ext cx="4160520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73168" y="1005840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B — Con conocimientos previos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773168" y="1481328"/>
            <a:ext cx="3941064" cy="49377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73168" y="1481328"/>
            <a:ext cx="54864" cy="4937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92040" y="1481328"/>
            <a:ext cx="3794760" cy="49377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service + timer unit para script de backup con hardening completo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773168" y="2048256"/>
            <a:ext cx="3941064" cy="49377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73168" y="2048256"/>
            <a:ext cx="54864" cy="4937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92040" y="2048256"/>
            <a:ext cx="3794760" cy="49377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Diagnosticar un servicio que falla al arrancar usando journalctl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773168" y="2615184"/>
            <a:ext cx="3941064" cy="49377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773168" y="2615184"/>
            <a:ext cx="54864" cy="4937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92040" y="2615184"/>
            <a:ext cx="3794760" cy="49377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el boot time usando systemd-analyze y deshabilitando servicios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773168" y="3182112"/>
            <a:ext cx="3941064" cy="49377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773168" y="3182112"/>
            <a:ext cx="54864" cy="4937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92040" y="3182112"/>
            <a:ext cx="3794760" cy="49377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hardening y demostrar reducción del score de systemd-analyze security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274320" y="39502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Evaluación — Ponderación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274320" y="4343400"/>
            <a:ext cx="20116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274320" y="4343400"/>
            <a:ext cx="2011680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74320" y="43982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347472" y="47183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file correcta [Unit][Service][Install]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2468880" y="4343400"/>
            <a:ext cx="20116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2468880" y="4343400"/>
            <a:ext cx="201168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468880" y="43982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000" dirty="0"/>
          </a:p>
        </p:txBody>
      </p:sp>
      <p:sp>
        <p:nvSpPr>
          <p:cNvPr id="44" name="Text 41"/>
          <p:cNvSpPr/>
          <p:nvPr/>
        </p:nvSpPr>
        <p:spPr>
          <a:xfrm>
            <a:off x="2542032" y="47183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básico configurado correctamente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663440" y="4343400"/>
            <a:ext cx="20116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4663440" y="4343400"/>
            <a:ext cx="2011680" cy="54864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663440" y="43982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000" dirty="0"/>
          </a:p>
        </p:txBody>
      </p:sp>
      <p:sp>
        <p:nvSpPr>
          <p:cNvPr id="48" name="Text 45"/>
          <p:cNvSpPr/>
          <p:nvPr/>
        </p:nvSpPr>
        <p:spPr>
          <a:xfrm>
            <a:off x="4736592" y="47183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unit funcionando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858000" y="4343400"/>
            <a:ext cx="20116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6858000" y="4343400"/>
            <a:ext cx="201168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858000" y="43982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000" dirty="0"/>
          </a:p>
        </p:txBody>
      </p:sp>
      <p:sp>
        <p:nvSpPr>
          <p:cNvPr id="52" name="Text 49"/>
          <p:cNvSpPr/>
          <p:nvPr/>
        </p:nvSpPr>
        <p:spPr>
          <a:xfrm>
            <a:off x="6931152" y="47183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con journalctl documentado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74320"/>
            <a:ext cx="8229600" cy="1234440"/>
          </a:xfrm>
          <a:prstGeom prst="rect">
            <a:avLst/>
          </a:prstGeom>
          <a:solidFill>
            <a:srgbClr val="1C2B4A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3200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— U1 Semanas 1–3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261872" y="6126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es el orquestador del sistema operativo. No ejecutamos comandos — definimos 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261872" y="8686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deseados 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units declarativas, dependencias explícitas, políticas de reinicio y controles de seguridad.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1627632"/>
            <a:ext cx="4937760" cy="217627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627632"/>
            <a:ext cx="4937760" cy="365760"/>
          </a:xfrm>
          <a:prstGeom prst="rect">
            <a:avLst/>
          </a:prstGeom>
          <a:solidFill>
            <a:srgbClr val="0D332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6276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Tarea — Entrega Próxima Clase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94360" y="20848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file ctt-monitor.service con hardening completo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" y="25054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ctt-backup.timer ejecutándose cada día a las 2 AM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4360" y="2926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systemd-analyze security mostrando score mejorado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" y="334670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journalctl documentando el ciclo fallo → reinicio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577840" y="1627632"/>
            <a:ext cx="3291840" cy="2176272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577840" y="1627632"/>
            <a:ext cx="3291840" cy="365760"/>
          </a:xfrm>
          <a:prstGeom prst="rect">
            <a:avLst/>
          </a:prstGeom>
          <a:solidFill>
            <a:srgbClr val="1C2B4A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15000" y="16276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Preview — U2: Servicios de Red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715000" y="20848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apache2.service 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hosts, HTTP/HTTPS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71500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smbd.service 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 — compartir con Windows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715000" y="29443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sshd.service 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avanzado — tunnels, ProxyJump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715000" y="337413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ufw.service 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— UFW/nftables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3913632"/>
            <a:ext cx="8229600" cy="89611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95020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servicio de red que aprenderemos en U2 y U3 será administrado exactamente con las mismas herramientas que dominamos hoy.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III — Clase 2: Units Avanzadas, Fallos y Timers</dc:title>
  <dc:subject>PptxGenJS Presentation</dc:subject>
  <dc:creator>PptxGenJS</dc:creator>
  <cp:lastModifiedBy>PptxGenJS</cp:lastModifiedBy>
  <cp:revision>1</cp:revision>
  <dcterms:created xsi:type="dcterms:W3CDTF">2026-03-11T04:33:25Z</dcterms:created>
  <dcterms:modified xsi:type="dcterms:W3CDTF">2026-03-11T04:33:25Z</dcterms:modified>
</cp:coreProperties>
</file>