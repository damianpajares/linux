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303520" cy="5088636"/>
          </a:xfrm>
          <a:prstGeom prst="rect">
            <a:avLst/>
          </a:prstGeom>
          <a:solidFill>
            <a:srgbClr val="1A2742"/>
          </a:solidFill>
          <a:ln w="12700">
            <a:solidFill>
              <a:srgbClr val="1A27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./linux2_nexo.sh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· ADMINISTRACIÓN AVANZADA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43891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44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Avanzado · Pipes · Filtros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282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y Administración Remota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621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Scripting Profesional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959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hacia Linux III (systemd)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Técnico en Redes y Software  ·  Prof. Juan Damián Pajares García  ·  Semana 1–16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54864"/>
            <a:ext cx="3840480" cy="5088636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36576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722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40680" y="1051560"/>
            <a:ext cx="34290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1188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· CLI · FHS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40880" y="2093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40680" y="2350008"/>
            <a:ext cx="3429000" cy="1024128"/>
          </a:xfrm>
          <a:prstGeom prst="rect">
            <a:avLst/>
          </a:prstGeom>
          <a:solidFill>
            <a:srgbClr val="1A2742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2350008"/>
            <a:ext cx="54864" cy="10241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2386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ACTUAL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577840" y="2487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577840" y="2880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Avanzado · SSH · Scripting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4088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40680" y="3648456"/>
            <a:ext cx="34290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3785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III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577840" y="4178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Servicios · Hardening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//  Consolidación · Lo que ya saben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aprendimos en Linux 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avanzar — activación de conocimientos previos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1417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54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1527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+ GNU/Linux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" y="196596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= Kernel (Torvalds) + herramientas GNU (Stallman). No es un SO monolítico, es un ecosistema modular.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1417320"/>
            <a:ext cx="42062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17320"/>
            <a:ext cx="54864" cy="14173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5544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527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Filosofía Unix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73752" y="1965960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cosa bien · Todo es archivo · Texto plano · Pipes. El ADN técnico que gobierna cada comando.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990088"/>
            <a:ext cx="42062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" y="2990088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2724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3099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y FHS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38912" y="3538728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terminal como interfaz de poder. Jerarquía /etc /home /var /usr /proc — dónde vive cada cosa del sistema.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0088"/>
            <a:ext cx="42062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09160" y="2990088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2724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30952" y="3099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Comandos Esenciales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73752" y="3538728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ls cd mkdir touch cp mv rm cat grep · La base sin la cual no se puede administrar ningún sistema.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01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//  El Puente Conceptual — De novato a administrador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II: El corazón del curso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usar Linux y administrarlo profesionalmente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834640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2834640" cy="502920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286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pwd, ls, cd, mkdir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" y="27797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mv, rm, cat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" y="327355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Unix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" y="3767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FHS: /etc /home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" y="42611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USB, VM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27832" y="1371600"/>
            <a:ext cx="2834640" cy="3493008"/>
          </a:xfrm>
          <a:prstGeom prst="rect">
            <a:avLst/>
          </a:prstGeom>
          <a:solidFill>
            <a:srgbClr val="1A2742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371600"/>
            <a:ext cx="2834640" cy="502920"/>
          </a:xfrm>
          <a:prstGeom prst="rect">
            <a:avLst/>
          </a:prstGeom>
          <a:solidFill>
            <a:srgbClr val="00A88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64992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NEXO ▸ HOY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2286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| Filtros avanzados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64992" y="27797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-E / awk / sed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64992" y="327355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+ claves asimétricas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3767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Scripting + cron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4992" y="42611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+ journalctl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1371600"/>
            <a:ext cx="2834640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371600"/>
            <a:ext cx="2834640" cy="502920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389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6792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36792" y="2286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unidades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36792" y="27797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 + servicios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36792" y="327355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con cgroups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36792" y="37673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journal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36792" y="42611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files .service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44368" y="2834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907024" y="2834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//  POSIX Avanzado — Flujos Estándar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3 Flujos Estándar de POSIX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proceso Linux tiene exactamente tres descriptores de fichero abiertos al nacer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8892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78892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36192"/>
            <a:ext cx="50292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Estándar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176272"/>
            <a:ext cx="2578608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86000"/>
            <a:ext cx="2578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entrada de datos hacia el proceso. Por defecto: el teclado. Puede ser redirigido desde archivo o pipe.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813048"/>
            <a:ext cx="257860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04488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programa &lt; entrada.txt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371600"/>
            <a:ext cx="278892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37160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536192"/>
            <a:ext cx="50292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Estándar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176272"/>
            <a:ext cx="2578608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286000"/>
            <a:ext cx="2578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salida normal del proceso. Por defecto: la terminal. Redirección: &gt; (sobreescribe), &gt;&gt; (agrega).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813048"/>
            <a:ext cx="257860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904488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&gt; listado.txt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1371600"/>
            <a:ext cx="278892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1371600"/>
            <a:ext cx="2788920" cy="7315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18504" y="1536192"/>
            <a:ext cx="502920" cy="5029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31152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31152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Estándar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91072" y="2176272"/>
            <a:ext cx="2578608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286000"/>
            <a:ext cx="2578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exclusivo para mensajes de error. Separado de stdout para permitir captura independiente.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91072" y="3813048"/>
            <a:ext cx="2578608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904488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cmd 2&gt;/dev/null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03  |  man 2 open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//  POSIX Avanzado — Pipes y Redirecciones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Poder de los Pipes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de comandos: la salida de uno es la entrada del siguiente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600200" cy="621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371600"/>
            <a:ext cx="16002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/var/log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56232" y="146304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1371600"/>
            <a:ext cx="1600200" cy="6217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371600"/>
            <a:ext cx="16002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'error|warn'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93592" y="146304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30752" y="1371600"/>
            <a:ext cx="1600200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371600"/>
            <a:ext cx="16002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30952" y="146304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68112" y="1371600"/>
            <a:ext cx="1600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371600"/>
            <a:ext cx="16002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68312" y="146304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05472" y="1371600"/>
            <a:ext cx="1600200" cy="62179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371600"/>
            <a:ext cx="16002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-rn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85953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48840"/>
            <a:ext cx="8595360" cy="201168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1671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— pipeline completo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377440"/>
            <a:ext cx="8366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/var/log | grep -E "error|warn" | sort | uniq -c | sort -rn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16352"/>
            <a:ext cx="731520" cy="320040"/>
          </a:xfrm>
          <a:prstGeom prst="rect">
            <a:avLst/>
          </a:prstGeom>
          <a:solidFill>
            <a:srgbClr val="1A274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34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97280" y="2816352"/>
            <a:ext cx="2560320" cy="320040"/>
          </a:xfrm>
          <a:prstGeom prst="rect">
            <a:avLst/>
          </a:prstGeom>
          <a:solidFill>
            <a:srgbClr val="1A274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94760" y="2816352"/>
            <a:ext cx="3200400" cy="320040"/>
          </a:xfrm>
          <a:prstGeom prst="rect">
            <a:avLst/>
          </a:prstGeom>
          <a:solidFill>
            <a:srgbClr val="1A274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145536"/>
            <a:ext cx="7315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1638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97280" y="3145536"/>
            <a:ext cx="25603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3163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stdout — sobreescribe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94760" y="3145536"/>
            <a:ext cx="320040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7912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echo texto &gt; archivo.txt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474720"/>
            <a:ext cx="7315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930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97280" y="3474720"/>
            <a:ext cx="25603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70432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stdout — agrega al final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94760" y="3474720"/>
            <a:ext cx="320040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67912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echo más &gt;&gt; archivo.txt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803904"/>
            <a:ext cx="7315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822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97280" y="3803904"/>
            <a:ext cx="25603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0432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stdin desde archivo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94760" y="3803904"/>
            <a:ext cx="320040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67912" y="3822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sort &lt; lista.txt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133088"/>
            <a:ext cx="7315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151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97280" y="4133088"/>
            <a:ext cx="25603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0432" y="4151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stderr a archivo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794760" y="4133088"/>
            <a:ext cx="320040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67912" y="4151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cmd 2&gt; errores.log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462272"/>
            <a:ext cx="7315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4805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&amp;&gt;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97280" y="4462272"/>
            <a:ext cx="256032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70432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stdout y stderr juntos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794760" y="4462272"/>
            <a:ext cx="320040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67912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cmd &amp;&gt; todo.log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791456"/>
            <a:ext cx="7315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8097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2&gt;&amp;1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97280" y="4791456"/>
            <a:ext cx="25603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70432" y="4809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stderr en stdout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794760" y="4791456"/>
            <a:ext cx="320040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67912" y="4809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cmd &gt; out.log 2&gt;&amp;1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2816352"/>
            <a:ext cx="1828800" cy="2304288"/>
          </a:xfrm>
          <a:prstGeom prst="rect">
            <a:avLst/>
          </a:prstGeom>
          <a:solidFill>
            <a:srgbClr val="1A274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05472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Crítico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205472" y="3182112"/>
            <a:ext cx="16276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es el 'agujero negro' del sistema.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envía ahí desaparece.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cmd 2&gt;/dev/null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útil en scripts para silenciar errores esperados.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04  |  man bash → REDIRECTION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//  POSIX Avanzado — El Trío de Filtros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· awk · sed — El Trío de Poder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herramientas que transforman cualquier flujo de texto en información útil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834640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2834640" cy="475488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371600"/>
            <a:ext cx="54864" cy="37673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89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Regular Expression Print — busca patrones en texto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450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26517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líneas que coincidan con un patrón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2971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clave: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3145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 (ERE)  ·  -i (case)  ·  -n (núm)  ·  -r (recur)  ·  -v (negar)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52958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'error|warning' /var/log/syslog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0416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-rn 'def main' /opt/proyecto/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517136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5537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 '^#' /etc/nginx/nginx.conf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18688" y="1371600"/>
            <a:ext cx="2834640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1371600"/>
            <a:ext cx="2834640" cy="475488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8688" y="1371600"/>
            <a:ext cx="54864" cy="3767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389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55848" y="192024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Aho, Weinberger, Kernighan — procesador de campos estructurados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55848" y="2450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26517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Columnas, campos, cálculos sobre líneas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2971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clave: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145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 (delim)  ·  NF (campos)  ·  $1..$n (col)  ·  NR (fila)  ·  BEGIN/END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28416" y="3493008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52958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-F: '$3&gt;=1000 {print $1}' /etc/passwd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28416" y="4005072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40416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'{sum+=$5} END{print sum}' datos.csv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8416" y="4517136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5537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'NR%2==0' archivo.txt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81344" y="1371600"/>
            <a:ext cx="2834640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1371600"/>
            <a:ext cx="2834640" cy="475488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1371600"/>
            <a:ext cx="54864" cy="376732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389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18504" y="192024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Editor — transforma texto en flujo, sin abrir editor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18504" y="2450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18504" y="26517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Sustituir, eliminar, imprimir rangos de líneas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18504" y="2971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clave: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18504" y="31455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(in-place)  ·  -n (silencia)  ·  -E (ERE)  ·  s/p/r/g  ·  d (delete)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91072" y="3493008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352958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's/http:/https:/g' -i config.conf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91072" y="4005072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40416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-n '5,10p' archivo.log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91072" y="4517136"/>
            <a:ext cx="2615184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45537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'/^#/d' script.sh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05  |  man grep  man awk  man sed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//  U2 — SSH y Administración Remota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SSH: Criptografía Asimétrica en la Práctica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Shell — el protocolo estándar para administración remota segura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920240" cy="822960"/>
          </a:xfrm>
          <a:prstGeom prst="rect">
            <a:avLst/>
          </a:prstGeom>
          <a:solidFill>
            <a:srgbClr val="1A274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19202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 PC)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15727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31720" y="1389888"/>
            <a:ext cx="1920240" cy="822960"/>
          </a:xfrm>
          <a:prstGeom prst="rect">
            <a:avLst/>
          </a:prstGeom>
          <a:solidFill>
            <a:srgbClr val="1A2742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389888"/>
            <a:ext cx="19202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Handshake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TLS+DHE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15727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389888"/>
            <a:ext cx="1920240" cy="822960"/>
          </a:xfrm>
          <a:prstGeom prst="rect">
            <a:avLst/>
          </a:prstGeom>
          <a:solidFill>
            <a:srgbClr val="1A2742"/>
          </a:solidFill>
          <a:ln w="19050">
            <a:solidFill>
              <a:srgbClr val="A37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389888"/>
            <a:ext cx="19202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pub/priv key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15727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1389888"/>
            <a:ext cx="1920240" cy="822960"/>
          </a:xfrm>
          <a:prstGeom prst="rect">
            <a:avLst/>
          </a:prstGeom>
          <a:solidFill>
            <a:srgbClr val="1A274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389888"/>
            <a:ext cx="19202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Encriptado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1389888"/>
            <a:ext cx="566928" cy="822960"/>
          </a:xfrm>
          <a:prstGeom prst="rect">
            <a:avLst/>
          </a:prstGeom>
          <a:solidFill>
            <a:srgbClr val="1A274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389888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502920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23160"/>
            <a:ext cx="5029200" cy="384048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414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Comandos SSH Esenciales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59152" y="2871216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8895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usuario@192.168.1.10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236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custom: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59152" y="3218688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23697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-p 2222 user@host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584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par de claves: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59152" y="3566160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358444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ssh-keygen -t ed25519 -C 'ctt@lab'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clave pública: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59152" y="3913632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93192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ssh-copy-id user@servidor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279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archivo: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59152" y="4261104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2793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scp archivo.txt user@host:/destino/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6268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local (port fwd):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59152" y="4608576"/>
            <a:ext cx="283464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462686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-L 8080:localhost:80 user@host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40680" y="2423160"/>
            <a:ext cx="3493008" cy="2697480"/>
          </a:xfrm>
          <a:prstGeom prst="rect">
            <a:avLst/>
          </a:prstGeom>
          <a:solidFill>
            <a:srgbClr val="1A2742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487168"/>
            <a:ext cx="347472" cy="34747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016752" y="248716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Hardening sshd_config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559552" y="2907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2222          # No usar 22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559552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PermitRootLogin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559552" y="36027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PasswordAuthentication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559552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PubkeyAuthentication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559552" y="4297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MaxAuthTries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559552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AllowUsers  </a:t>
            </a:r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sysop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06  |  man sshd_config  |  RFC 4251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//  U3 — Shell Scripting Profesional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Canónica de un Script Bash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profesional que distingue un script de producción de un experimento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5394960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5394960" cy="347472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· /usr/local/bin/monitor.sh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bash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4767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Encabezado obligatorio ─────────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11226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pPr indent="0" marL="0">
              <a:buNone/>
            </a:pPr>
            <a:r>
              <a:rPr lang="en-US" sz="850" i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Exit on error, undef var, pipe fail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276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8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VERSION='1.0.0'</a:t>
            </a:r>
            <a:pPr indent="0" marL="0">
              <a:buNone/>
            </a:pPr>
            <a:r>
              <a:rPr lang="en-US" sz="850" i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Constantes en UPPER_CASE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44144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8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LOG='/var/log/monitor.log'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60604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pPr indent="0" marL="0">
              <a:buNone/>
            </a:pPr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77063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pPr indent="0" marL="0">
              <a:buNone/>
            </a:pPr>
            <a:r>
              <a:rPr lang="en-US" sz="85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log() { echo "[$(date)] $*" &gt;&gt; $LOG; }</a:t>
            </a:r>
            <a:pPr indent="0" marL="0">
              <a:buNone/>
            </a:pPr>
            <a:r>
              <a:rPr lang="en-US" sz="850" i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Función de logging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93522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check_service() {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09981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systemctl is-active --quiet "$1" \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26440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log "OK: $1" \</a:t>
            </a:r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log "FAIL: $1"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59359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75818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indent="0" marL="0">
              <a:buNone/>
            </a:pPr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392277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408736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svc in nginx ssh docker; do</a:t>
            </a:r>
            <a:pPr indent="0" marL="0">
              <a:buNone/>
            </a:pPr>
            <a:r>
              <a:rPr lang="en-US" sz="850" i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Iterar servicios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425196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check_service "$svc"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41655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done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58114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79008" y="1371600"/>
            <a:ext cx="3154680" cy="1143000"/>
          </a:xfrm>
          <a:prstGeom prst="rect">
            <a:avLst/>
          </a:prstGeom>
          <a:solidFill>
            <a:srgbClr val="1A2742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444752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327648" y="1444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25312" y="1810512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directiva de seguridad más importante. Aborta el script ante cualquier error, variable no definida o falla en pipe.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779008" y="2633472"/>
            <a:ext cx="3154680" cy="1143000"/>
          </a:xfrm>
          <a:prstGeom prst="rect">
            <a:avLst/>
          </a:prstGeom>
          <a:solidFill>
            <a:srgbClr val="1A2742"/>
          </a:solidFill>
          <a:ln w="12700">
            <a:solidFill>
              <a:srgbClr val="A371F7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706624"/>
            <a:ext cx="320040" cy="3200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27648" y="270662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Funciones modulares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925312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script profesional encapsula lógica en funciones. main() como punto de entrada explícito — patrón obligatorio.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779008" y="3895344"/>
            <a:ext cx="3154680" cy="1143000"/>
          </a:xfrm>
          <a:prstGeom prst="rect">
            <a:avLst/>
          </a:prstGeom>
          <a:solidFill>
            <a:srgbClr val="1A2742"/>
          </a:solidFill>
          <a:ln w="12700">
            <a:solidFill>
              <a:srgbClr val="8B949E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968496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327648" y="396849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 — Automatización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5925312" y="433425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la ejecución: '*/5 * * * * /usr/local/bin/monitor.sh' — cada 5 minutos, sin intervención humana.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779008" y="4709160"/>
            <a:ext cx="315468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80644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HORA   DIA   MES   DOW   COMANDO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07  |  man bash  man 5 crontab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//  Nexo hacia Linux III — systemd y Servicios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 Scripts hacia Servicios Administrados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Linux II construye la base conceptual para Linux III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8631936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566928" cy="11430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71600"/>
            <a:ext cx="566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0" y="1417320"/>
            <a:ext cx="1298448" cy="2743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417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 +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87552" y="1463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Bash manual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18013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a mano en terminal. Depende del usuario. No persiste entre reinicios.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21808" y="1481328"/>
            <a:ext cx="2103120" cy="8961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499616"/>
            <a:ext cx="1993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/usr/local/bin/mi_app.sh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43400" y="251460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633472"/>
            <a:ext cx="8631936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633472"/>
            <a:ext cx="56692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633472"/>
            <a:ext cx="566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98080" y="2679192"/>
            <a:ext cx="1298448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6791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 · U3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7552" y="27249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 + Script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" y="3063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programada. Aún sin manejo de errores del sistema ni integración con el 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21808" y="2743200"/>
            <a:ext cx="2103120" cy="8961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761488"/>
            <a:ext cx="1993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*/5 * * * * /usr/local/bin/mi_app.sh &gt;&gt; /var/log/app.log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43400" y="377647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895344"/>
            <a:ext cx="8631936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895344"/>
            <a:ext cx="566928" cy="1143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895344"/>
            <a:ext cx="566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498080" y="3941064"/>
            <a:ext cx="1298448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94106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7552" y="39867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 Unit File (.service)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" y="4325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se convierte en ciudadano de primer nivel. Restart automático, logging centralizado, seguridad con cgroups.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21808" y="4005072"/>
            <a:ext cx="2103120" cy="89611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023360"/>
            <a:ext cx="1993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ExecStart=/usr/local/bin/mi_app.sh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Restart=always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NoNewPrivileges=true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08  |  systemd.service(5)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//  Mapa Curricular — Ruta completa del curso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Hoja de Ruta Linux II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 · 3 Unidades · Dos perfiles de aprendizaje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852928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89888"/>
            <a:ext cx="2852928" cy="658368"/>
          </a:xfrm>
          <a:prstGeom prst="rect">
            <a:avLst/>
          </a:prstGeom>
          <a:solidFill>
            <a:srgbClr val="1A274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1435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Avanzados y POSIX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Sems 1–5  ·  ~15 hs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1396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Redirecciones: &gt;, &gt;&gt;, &lt;, 2&gt;, &amp;&gt;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261518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Pipes: encadenamiento de comandos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30906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-E, awk, sed, cut, sort, uniq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" y="35661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 — búsquedas avanzadas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" y="4041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Procesos: ps, kill, htop, lsof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" y="451713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+ journalctl (intro)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1389888"/>
            <a:ext cx="2852928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389888"/>
            <a:ext cx="2852928" cy="658368"/>
          </a:xfrm>
          <a:prstGeom prst="rect">
            <a:avLst/>
          </a:prstGeom>
          <a:solidFill>
            <a:srgbClr val="1A274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68496" y="1435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y Administración Remota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68496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Sems 6–11  ·  ~18 hs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55848" y="21396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Criptografía asimétrica: pub/priv key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261518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ssh-keygen ed25519, ssh-copy-id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30906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SCP, SFTP — transferencia segura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35661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sshd_config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55848" y="4041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forwarding y túneles SSH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55848" y="451713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+ auditoría de accesos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1389888"/>
            <a:ext cx="2852928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A371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1389888"/>
            <a:ext cx="2852928" cy="658368"/>
          </a:xfrm>
          <a:prstGeom prst="rect">
            <a:avLst/>
          </a:prstGeom>
          <a:solidFill>
            <a:srgbClr val="1A274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31152" y="1435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Scripting y Automatización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31152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Sems 12–16  ·  ~15 hs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18504" y="21396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profesional: shebang, set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18504" y="261518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$@, $#, getopts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504" y="30906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Condicionales, loops, funciones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18504" y="35661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y exit codes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18504" y="4041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— programación de tareas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18504" y="451713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monitoreo integrador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032" y="5102352"/>
            <a:ext cx="8631936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linux2 · clase_nexo.sh  · bloque 09  |  Programa CTT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 //  Laboratorio 01 · Diagnóstico y Activación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Laboratorio Inicial — Diagnóstico de Saberes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terminal. Hoy medimos desde dónde partimos.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420624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89888"/>
            <a:ext cx="4206240" cy="502920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4203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experiencia previa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1148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básico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" y="2212848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21992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/etc/os-release &amp;&amp; uname -r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1148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archivos de config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" y="2798064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072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| grep -E '\.conf$' | wc -l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1148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usuarios del sistema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" y="3383280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39242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-F: '$3&gt;=1000 {print $1}' /etc/passwd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694176"/>
            <a:ext cx="41148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941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del sistema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" y="3968496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97764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-20 /var/log/syslog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4279392"/>
            <a:ext cx="41148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integrador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" y="4553712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56285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| grep -v grep | awk '{print $1}' | sort | uniq -c | sort -rn | head -5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90872" y="1389888"/>
            <a:ext cx="420624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A371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1389888"/>
            <a:ext cx="4206240" cy="502920"/>
          </a:xfrm>
          <a:prstGeom prst="rect">
            <a:avLst/>
          </a:prstGeom>
          <a:solidFill>
            <a:srgbClr val="1A274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 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687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experiencia en Bash o Python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938528"/>
            <a:ext cx="411480" cy="25603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9385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auditoría del sistema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85232" y="2212848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2221992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set -euo pipefail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-F: ... | sed ... | sort -rn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800600" y="2523744"/>
            <a:ext cx="411480" cy="25603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5237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85232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procesos por usuario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85232" y="2798064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28072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-eo user,pid,pcpu,pmem,comm | awk...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00600" y="3108960"/>
            <a:ext cx="411480" cy="25603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108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85232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informe en archivo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85232" y="3383280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9240" y="339242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exec &gt; /tmp/audit_$(date +%F).log 2&gt;&amp;1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00600" y="3694176"/>
            <a:ext cx="411480" cy="25603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6941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85232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servicios activos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85232" y="3968496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397764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systemctl list-units --type=service | awk...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800600" y="4279392"/>
            <a:ext cx="411480" cy="25603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85232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⭐ — Script + cron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85232" y="4553712"/>
            <a:ext cx="3474720" cy="23774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49240" y="456285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Combinar todo en un script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Programar con crontab -e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60 min  ·  Trabajar en pares  ·  Documentar salida de cada comando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72000" y="4965192"/>
            <a:ext cx="4343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669280" cy="5088636"/>
          </a:xfrm>
          <a:prstGeom prst="rect">
            <a:avLst/>
          </a:prstGeom>
          <a:solidFill>
            <a:srgbClr val="1A2742"/>
          </a:solidFill>
          <a:ln w="12700">
            <a:solidFill>
              <a:srgbClr val="1A27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 DE CLASE NEXO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Avanzada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493776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Consolidación de Linux I — base sólida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072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Mapa curricular completo de las 16 semanas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Flujos estándar POSIX (stdin/stdout/stderr)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838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trío de filtros: grep · awk · 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822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Pipes y redirecciones — composición de comandos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Vista previa de SSH, Scripting y Linux III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493776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54456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"¡Hasta la próxima clase!"  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457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Próximas Clases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987552"/>
            <a:ext cx="321868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987552"/>
            <a:ext cx="54864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1005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2–5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33872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POSIX Profundo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33872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awk/sed avanzado · procesos · find+xargs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1947672"/>
            <a:ext cx="321868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947672"/>
            <a:ext cx="54864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6–11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33872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+ Hardening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33872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asimétricas · sshd_config · fail2ban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2907792"/>
            <a:ext cx="321868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907792"/>
            <a:ext cx="54864" cy="82296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12–16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33872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Scripting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33872" y="3429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producción · cron · monitoring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3867912"/>
            <a:ext cx="321868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867912"/>
            <a:ext cx="54864" cy="8229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3872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III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33872" y="4114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 completo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33872" y="4389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· journald · cgroups · sandboxing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shutdown -h now   # ¡Nos vemos en U1!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0" y="496519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Prof. Juan Damián Pajares García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II — Nexo entre Linux I y Linux III</dc:title>
  <dc:subject>CTT · Técnico en Redes y Software</dc:subject>
  <dc:creator>Prof. Juan Damián Pajares García</dc:creator>
  <cp:lastModifiedBy>Prof. Juan Damián Pajares García</cp:lastModifiedBy>
  <cp:revision>1</cp:revision>
  <dcterms:created xsi:type="dcterms:W3CDTF">2026-03-13T09:54:18Z</dcterms:created>
  <dcterms:modified xsi:type="dcterms:W3CDTF">2026-03-13T09:54:18Z</dcterms:modified>
</cp:coreProperties>
</file>