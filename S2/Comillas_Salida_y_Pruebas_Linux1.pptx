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test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Comillas, Salida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Pruebas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· Exit Status · Tests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Complemento · ABS Guide, capítulos 5, 6 y 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402336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42793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57032" y="42793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42793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0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82712" y="4590288"/>
            <a:ext cx="346557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4754880"/>
            <a:ext cx="32644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"$1"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"$1"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then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"Puedo leer $1"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(quoting)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una cadena entre comillas protege sus caracteres especiales de la reinterpretación del shell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dobles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 casi todo… pero dejan activos $ (variables), ` y \.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632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simples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fuerte: TODO literal, incluso $ y \.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519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224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526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un solo carácter: \* deja de comportarse como comodín.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[Vv]*  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patrón expandido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vista.sh  VISTA.BAT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'[Vv]*'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literal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ls: '[Vv]*': no existe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'[Ff]irst'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*.txt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file1.txt:the first line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Dobles vs. simples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está en qué caracteres siguen siendo especiales dentro de las comillas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"  comillas dobles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323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 $USER"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 variables y comandos. Siguen siendo especiales: $  `  \ 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84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 '  comillas simples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323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'Hola $USER'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8529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literal: $var se imprime tal cual; ni siquiera \ escapa.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42336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42336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2336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4544568"/>
            <a:ext cx="1073505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709160"/>
            <a:ext cx="105338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precio=100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"Cuesta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$precio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pesos"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→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Cuesta 100 pesos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'Cuesta $precio pesos'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Cuesta $precio pesos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Entrecomillar evita el "word splitting"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comillas, el shell parte el valor en palabras separadas por los espacios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comillas → varias palabras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shell separa por espacios y colapsa los repetidos.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"$v"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"$v"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comillas → una palabra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el texto completo, espacios incluidos, como un solo argumento.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805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entrecomillá SIEMPRE las variables, sobre todo rutas o nombres con espacios.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lista="uno dos tres"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$lista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echo [$x]; 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[uno]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[dos]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[tres]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"$lista"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echo [$x]; 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[uno dos tres]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y secuencias especiales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\ vuelve literal un carácter… pero con echo -e o $'…' activa secuencias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305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con  echo -e  /  $'…'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65376" y="275234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línea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65376" y="325526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65376" y="375818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carro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251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65376" y="426110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(beep)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65376" y="476402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retroceso (backspace)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5257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\0nnn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865376" y="526694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ASCII en octal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1112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36792" y="2441448"/>
            <a:ext cx="511149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2606040"/>
            <a:ext cx="491032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-e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"col1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col2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    col2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B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tab=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$'\t'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"x${tab}y"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y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"línea larga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sigue aquí"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\ = continúa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salida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comando devuelve un código al terminar: 0 = éxito, 1–255 = error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convención, 0 significa que el comando terminó correctamente.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1-255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1-255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valor distinto de 0 indica un fallo o condición anómala.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estado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$? guarda el código del último comando, función o tubería ejecutada.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303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invierte el estado de salida: ! true devuelve 1 (necesita el espacio).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/etc &gt;/dev/null;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/nada 2&gt;/dev/null;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113  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devuelve 113 al padre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salida reservados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valores tienen un significado fijo — evitá reutilizarlos como códigos propios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854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6968" y="28072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311810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terminó sin errores.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854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28072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general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311810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genérico no especificado.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1854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93608" y="28072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uso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311810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o permisos de un builtin.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513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" y="4773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ejecutable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508406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encontró, pero no se pudo ejecutar.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1513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90288" y="4773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encontrado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508406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no existe en el PATH.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1513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128+n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93608" y="4773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93608" y="5084064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 por señal (130 = Ctrl-C).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Construcciones de prueba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evalúa una condición y devuelve un estado de salida (0 = verdadero)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762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... 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6968" y="276148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3072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 del comando test: compara cadenas y archivos. Necesita espacios internos.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762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... ]]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10528" y="276148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extendida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3072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 (Bash 2.02+). Más segura y con más operadores que [ ].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336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 ... ))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" y="481888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" y="5129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expresiones numéricas: verdadero si el resultado es distinto de 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336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then / fi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10528" y="481888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5129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comandos según el estado de salida de la condición.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frente a  [[ ]]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dobles corchetes evitan muchos errores clásicos de los scripts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... ]   corchete simple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escapar &lt; y &gt;. Los operadores &amp;&amp; y || dan error dentro. Ocurre word splitting y globbing: entrecomillá siempre.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84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 ... ]]   corchete doble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&amp;&amp;, ||, &lt; y &gt; funcionan directo. Sin word splitting ni globbing. Con == hace coincidencia de patrones: [[ $a == z* ]].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42336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42336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42336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4544568"/>
            <a:ext cx="1073505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709160"/>
            <a:ext cx="105338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a=zeta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z*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"empieza con z"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patrón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"$a"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\&lt;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"zzz"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"menor"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\ obligatorio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comparación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dato usa los suyos dentro de la prueba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Enteros  [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-eq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68296" y="288950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538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68296" y="354787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197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-gt  -ge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68296" y="42062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 /  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855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-lt  -le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68296" y="486460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 /  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 [ 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862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==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43016" y="2871216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43016" y="3438144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568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43016" y="400507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ASCII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44568" y="4562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-z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43016" y="457200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nula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44568" y="5129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43016" y="513892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no nula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 (( ))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7888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63456" y="2889504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que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888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63456" y="3547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 igual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4197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363456" y="4206240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que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888" y="4855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363456" y="486460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 igual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archivos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existencia, tipo y permisos antes de operar sobre un archivo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y tipo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80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19656" y="2889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538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19656" y="354787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regular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1970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19656" y="42062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855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19656" y="48646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mayor que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880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22976" y="2889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3538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22976" y="354787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568" y="41970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22976" y="42062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44568" y="4855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22976" y="48646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simbólico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dos archivos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7888" y="2880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6296" y="2889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más nuevo que f2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7888" y="3538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26296" y="354787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más viejo que f2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888" y="41970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-ef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26296" y="42062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inodo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compuesta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varias condiciones en una sola prueba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dentro de [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cond1 -a cond2 ] es verdadero si ambas se cumplen.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dentro de [ 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cond1 -o cond2 ] es verdadero si alguna se cumple.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60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y || — dentro de [[ ]]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legibles y con cortocircuito: si la 1ª decide, no evalúan la 2ª.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303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anidado = &amp;&amp;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Anidar if/then equivale a unir las condiciones con &amp;&amp;.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"$a" -gt 0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"$a" -lt 5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echo ok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nota.txt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-r nota.txt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cat nota.txt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bak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bak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no existe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   '  '   \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696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Dobles protegen salvo $ ` \ ; simples todo literal; \ escapa uno.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"$var"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1052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Entrecomillar evita el word splitting y conserva los espacios.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  \t  $'…'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echo -e / $'…' se activan secuencias; \ al final continúa la línea.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  $?   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éxito, 1–255 = error; $? lee el último estado; ! lo invierte.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 [[ ]]  (( ))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Construcciones de prueba; [[ ]] es la más segura y potente.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-eq  =  -z  -f  -a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por tipo: enteros, cadenas, archivos y compuestos.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</a:t>
            </a:r>
            <a:pPr algn="l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Linux 1 · Complemento ABS Guide, capítulos 5, 6 y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2026-08-06T19:05:28Z</dcterms:created>
  <dcterms:modified xsi:type="dcterms:W3CDTF">2026-08-06T19:05:28Z</dcterms:modified>
</cp:coreProperties>
</file>