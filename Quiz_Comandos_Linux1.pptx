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ariel@linux1</a:t>
            </a:r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./quiz_comandos.sh --interactivo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Linux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interactivo — ¿quién conoce la terminal?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preguntas · sistema, archivos, permisos, red, procesos y más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45720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54112" y="470001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470001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8156448" y="470001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4626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4937760"/>
            <a:ext cx="4023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51206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"¿Listos?"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1 — Repaso en clase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" cy="530352"/>
          </a:xfrm>
          <a:prstGeom prst="ellipse">
            <a:avLst/>
          </a:prstGeom>
          <a:solidFill>
            <a:srgbClr val="12261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5179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una pregunta con 4 opciones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17320" y="193852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sobre un comando visto en clase: sistema, archivos, permisos, red, procesos, disco…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30352" cy="530352"/>
          </a:xfrm>
          <a:prstGeom prst="ellipse">
            <a:avLst/>
          </a:prstGeom>
          <a:solidFill>
            <a:srgbClr val="12261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93522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responden antes de avanzar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17320" y="33558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mano alzada, por equipos o anotando la letra. Vale discutir y defender la respuesta.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530352" cy="530352"/>
          </a:xfrm>
          <a:prstGeom prst="ellipse">
            <a:avLst/>
          </a:prstGeom>
          <a:solidFill>
            <a:srgbClr val="12261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89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435254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siguiente diapositiva revela la respuesta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17320" y="47731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explicación, los distractores aclarados y el comando corriendo en una terminal de ejemplo.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80644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806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Sugerencia: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punto por respuesta correcta; quien explica por qué las otras están mal, suma un punto extra.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1/12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del sistema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muestra toda la información sobre el sistema?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uptime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1/12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del sistema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muestra toda la información sobre el sistema?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uptime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-a muestra la información del sistema; con -r muestra la versión del kernel. uptime muestra el tiempo encendido, los usuarios conectados y la carga.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-a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fing 6.8.0-40 x86_64 GNU/Linux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-r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6.8.0-40-generic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2/12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usuarios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usamos para convertirnos en superusuario (root)?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useradd root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su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2/12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usuarios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usamos para convertirnos en superusuario (root)?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useradd root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su abre una sesión como root. id muestra el usuario activo con su UID y GID, y who muestra quién inició sesión en el sistema.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su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3/12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archivo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el comando  rm -r d1 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 el directorio "d1"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 el directorio "d1" recursivamente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Renombra el directorio "d1"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el contenido de "d1"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3/12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archivo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el comando  rm -r d1 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 el directorio "d1"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 el directorio "d1" recursivamente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Renombra el directorio "d1"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el contenido de "d1"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 elimina un directorio con todo su contenido (recursivamente). Para crear un directorio se usa mkdir, y para renombrar o mover, mv.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d1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crear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 d1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eliminar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4/12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archivo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crea un archivo oculto llamado "f2"?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f2 --hidden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.f2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.f2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.f2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4/12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archivo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crea un archivo oculto llamado "f2"?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f2 --hidden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.f2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.f2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.f2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Linux, todo archivo cuyo nombre empieza con un punto es oculto. touch .f2 lo crea; para verlo hace falta ls -al (la opción -a muestra ocultos).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.f2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-al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-rw-r--r-- 1 ariel ariel 0 .f2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5/12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 / Archivos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crea un tar comprimido con gzip del directorio "xyz"?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cf xyz xyz.tar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xvf xyz.tar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czf xyz.tar.gz xyz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gzip -d xyz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5/12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 / Archivos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crea un tar comprimido con gzip del directorio "xyz"?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cf xyz xyz.tar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xvf xyz.tar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czf xyz.tar.gz xyz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gzip -d xyz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czf crea (c) un archivo comprimido con gzip (z) hacia el archivo indicado (f). tar xvf extrae; el mismo czf ya lo viste en crear_backup() del script de Bash.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czf xyz.tar.gz xyz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xvf abc.tar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extraer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6/12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de archivos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 rwx r-x r--  ¿qué número octal corresponde en chmod?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6/12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de archivos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 rwx r-x r--  ¿qué número octal corresponde en chmod?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r=4, w=2, x=1. rwx = 4+2+1 = 7 (dueño), r-x = 4+1 = 5 (grupo), r-- = 4 (otros). Por eso: chmod 754 f1.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754 f1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f1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-rwxr-xr-- 1 ariel ariel f1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7/12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red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enviamos exactamente 4 solicitudes de eco (ping) a un host?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-s 4 host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-c4 host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-4 host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netstat -c4 host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7/12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red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enviamos exactamente 4 solicitudes de eco (ping) a un host?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-s 4 host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-c4 host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-4 host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netstat -c4 host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-c (count) limita la cantidad de ecos. ping -s 84 cambia el tamaño en bytes del paquete, y netstat muestra conexiones y tablas de enrutamiento.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-c4 fing.edu.uy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packets transmitted,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received, 0% loss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8/12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encuentra el PID de los procesos relacionados con telnet?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-9 telnet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| grep 'telnet'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telnet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 telnet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8/12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encuentra el PID de los procesos relacionados con telnet?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-9 telnet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| grep 'telnet'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telnet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 telnet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aux lista todos los procesos y grep filtra las líneas que contienen 'telnet'. Con ese PID se puede terminar el proceso: sudo kill -9 PID.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| grep 'telnet'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ariel  4321  telnet ...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kill -9 4321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9/12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del disco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muestra el espacio libre en los sistemas de archivos montados?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 -sh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lsblk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fdisk -l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9/12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del disco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muestra el espacio libre en los sistemas de archivos montados?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 -sh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lsblk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fdisk -l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-h muestra el espacio libre (h = legible para humanos). du -sh muestra lo que ocupa el directorio actual, y sudo fdisk -l lista particiones, tamaños y tipos.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/dev/sda2  234G  81G  141G  37% /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10/12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Inicios de sesión remotos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nos conectamos por SSH a un host usando un puerto específico?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 PORT user@host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-i PORT user@host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-p PORT user@host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telnet -p user@host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10/12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Inicios de sesión remotos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nos conectamos por SSH a un host usando un puerto específico?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 PORT user@host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-i PORT user@host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-p PORT user@host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telnet -p user@host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-p indica el puerto. Con -i se pasa una llave privada específica, telnet es la conexión no segura y scp copia archivos de forma segura entre hosts.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-p 2222 ariel@host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-i id_rsa ariel@host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11/12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integridad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archivos producen el mismo resumen md5sum. ¿Qué significa?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archivos son iguales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archivos fueron alterados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archivos están cifrados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archivos están comprimidos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11/12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integridad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archivos producen el mismo resumen md5sum. ¿Qué significa?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archivos son iguales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archivos fueron alterados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archivos están cifrados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archivos están comprimidos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archivos producen el mismo resumen (digest), son iguales; si el resumen varía, alguno fue alterado. md5sum produce 128 bits; sha256sum es la alternativa más robusta.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md5sum f1 f2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9e107d9d...  f1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9e107d9d...  f2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iguales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12/12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hardware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muestra la memoria usada y libre del sistema?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lscpu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30312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-m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lsusb -tv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458571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dmesg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letra y defendela…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2261A"/>
          </a:solidFill>
          <a:ln w="12700">
            <a:solidFill>
              <a:srgbClr val="2349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12/12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hardware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muestra la memoria usada y libre del sistema?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8259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lscpu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2261A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57987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-m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7715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lsusb -tv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774436"/>
            <a:ext cx="384048" cy="384048"/>
          </a:xfrm>
          <a:prstGeom prst="ellipse">
            <a:avLst/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77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dmesg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-m muestra la memoria en megabytes. lscpu describe la arquitectura de la CPU, lsusb los dispositivos USB y dmesg los mensajes de arranque y hardware.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4288536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428853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4288536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215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26280"/>
            <a:ext cx="49377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709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-m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Mem:  15840  6212  9628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¡Fin del quiz!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 rápida para repasar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-a  ·  uptime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41401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actividad del sistema.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08483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su  ·  id  ·  who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29400" y="241401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Root, identidad y sesiones de usuarios.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9008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-al  ·  touch  ·  rm -r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31927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(incluso ocultos), crear y eliminar.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2916936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99008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czf / xvf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29400" y="331927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 y extraer archivos tar.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22192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953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754  (r=4 w=2 x=1)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22452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en octal para dueño, grupo y otros.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3822192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8953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-c4  ·  netstat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422452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 a un host y conexiones de red.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727448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80060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| grep  ·  kill -9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512978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un PID y matar el proceso.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4727448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80060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  ·  du -sh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29400" y="512978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libre y uso del directorio.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632704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70585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-p PORT user@host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8680" y="603504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remota segura por otro puerto.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0" y="5632704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570585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md5sum · sha256sum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629400" y="603504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resumen = archivos iguales.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0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Linux 1 · Quiz de comandos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2026-07-21T20:20:49Z</dcterms:created>
  <dcterms:modified xsi:type="dcterms:W3CDTF">2026-07-21T20:20:49Z</dcterms:modified>
</cp:coreProperties>
</file>