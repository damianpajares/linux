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ariel@linux1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:~$ 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bash | less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Especiales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Variables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· Comodines · Redirección · Entorno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1 — Complemento · ABS Guide, capítulos 3 y 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18120" y="416052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4416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257032" y="4416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4416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82712" y="4727448"/>
            <a:ext cx="346557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491032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archivo=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-1 | wc -l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"Hay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$archivo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elementos"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especiales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carácter con un significado más allá de su valor literal — los bloques de Bash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sigue a # se ignora… salvo el shebang #! de la primera línea.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 de comandos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poner dos o más comandos en la misma línea: echo a; echo 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60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\X quita el significado especial de X (equivale a 'X'): echo 3 \&gt; 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2532888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hola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chau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chau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"El # no abre comentario"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# no abre comentario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3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\&gt;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\ escapa el &gt;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y separar comandos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 y llaves cambian dónde y cómo se ejecuta el código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762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cmd1 ; cmd2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86968" y="27432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30540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un comando tras otro en la misma línea, sin importar el resultado.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762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... 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10528" y="27432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Subshell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30540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en un shell hijo: cd o cambios de variables NO afectan al shell actual.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336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...; }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6968" y="48006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código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" y="51114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comandos en el shell actual; admite redirigir la E/S del grupo entero.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336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&amp;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10528" y="48006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plano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51114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el comando como tarea en background y devuelve el prompt enseguida.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comandos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la salida de un comando para usarla en una variable o línea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moderna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HOY=</a:t>
            </a:r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</a:t>
            </a:r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+%F</a:t>
            </a:r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Anidable y legible — método recomendado.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tradicional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HOY=</a:t>
            </a:r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+%F</a:t>
            </a:r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invertidas. Heredada y difícil de anidar.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879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160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= source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4471416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script.sh ejecuta el script en el shell ACTUAL, en vez de un subshell. Así conserva las variables que define.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9944" y="40965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611112" y="40965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12280" y="40965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36792" y="4407408"/>
            <a:ext cx="511149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4590288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archivos=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*.log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"$archivos"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acceso.log  error.log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arch=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-m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echo $arch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x86_64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Comodines y llaves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Globbing: el shell expande el patrón a nombres reales antes de ejecutar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cadena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*.txt selecciona todos los archivos que terminan en .txt (incluye cero).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carácter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foto?.png coincide con foto1.png, fotoA.png… un carácter cualquiera.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950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o conjunto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img[1-3].jpg → img1.jpg img2.jpg img3.jpg. También [a-z], [!0-9].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6D3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02920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001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de llaves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{a..d} → a b c d. foto.{jpg,png} genera las dos variantes.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32888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*.sh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backup.sh  deploy.sh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foto.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{jpg,png}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foto.jpg foto.png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{1..5}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reporte-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2023-0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{1..3}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.csv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 y tuberías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de dónde viene la entrada y a dónde va la salida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2935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sobrescribe el archivo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12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65960" y="3721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al final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4988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45079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(ignora noclobber)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errores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2935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entrada del archivo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712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3721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solo errores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4988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45079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+ stderr juntos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1965960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75320" y="2926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72600" y="2935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tubería: salida → entrada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3712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72600" y="3721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here-document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44988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72600" y="45079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here-string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 y comando nulo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por éxito o por fallo, y el placeholder que siempre devuelve 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lógico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cmd1 &amp;&amp; cmd2 corre cmd2 solo si cmd1 tuvo éxito (código de salida 0).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lógico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cmd1 || cmd2 corre cmd2 solo si cmd1 falló (código distinto de 0).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950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 el estado de salida o el sentido de una prueba: cambia = por !=.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6D3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02920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001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nulo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nada y devuelve 0. : &gt; archivo lo vacía; while : hace bucle infinito.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32888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logs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logs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-c1 host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sin-red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sin-red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&gt;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registro.log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0 bytes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-q ok f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then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"falta ok"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variables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es un rótulo; con $ se recupera el valor que guarda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$var equivale a ${var}: antepone $ para leer el valor de la variable.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E3A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 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completa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llaves delimitan el nombre; imprescindibles al pegar texto: ${var}_bak.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950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dobles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activa y conservan los espacios internos: "$var".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12171E"/>
          </a:solidFill>
          <a:ln w="22225">
            <a:solidFill>
              <a:srgbClr val="56D3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02920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001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simples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literal: '$var' imprime $var tal cual, sin sustituir nada.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5704" y="20391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20391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0391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02552" y="2350008"/>
            <a:ext cx="474573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32888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saludo="hola   mundo"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$saludo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 mundo       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espacios colapsan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$saludo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   mundo     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conservan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'$saludo'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$saludo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variables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formas de dar valor — el nombre va "desnudo", sin el signo $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122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VAR=valor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6060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907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espacios alrededor del =. VAR = valor da error.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122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"a = 16+5"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10528" y="26060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907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evalúa la expresión numérica antes de asignar.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41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nombre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4434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entrada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4736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en nombre lo que teclea el usuario.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41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arch=$(uname -m)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44348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comando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4736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el resultado de un comando en la variable.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algn="l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aparece sin $ solo al asignarlo, en read, al hacer export, o dentro de (( … )).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sin tipo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no distingue tipos: todo es cadena… hasta que el contexto pide números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o número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3230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variable contiene solo dígitos, Bash permite aritmética. Si tiene letras, le asigna valor entero 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96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no lo deshace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4398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un valor se vuelve cadena, declarar -i después no lo recupera: la conversión es irreversible.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12171E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1384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2552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372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int-or-string.sh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28232" y="2441448"/>
            <a:ext cx="5020056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624328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a=2334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"a += 1"; echo $a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2335              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entero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b=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${a/23/BB}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echo $b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BB35              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ahora cadena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-i b      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ayuda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"b += 1"; echo $b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"BB35" vale 0 → 0+1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especiales de variables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distinguen por su alcance y por de dónde provienen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x=1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Visibles solo dentro del bloque o función donde se declaran.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entorno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al shell y se heredan a los procesos hijos. Un hijo no puede exportar de vuelta al padre.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532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$0 $1 $2 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${10}  $*  $@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8404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del script. Tras $9 van con llaves: ${10}. El último: ${!#}.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especiales:  </a:t>
            </a:r>
            <a:pPr algn="l" indent="0" marL="0"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estado de salida    </a:t>
            </a:r>
            <a:pPr algn="l" indent="0" marL="0"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PID del script    </a:t>
            </a:r>
            <a:pPr algn="l" indent="0" marL="0">
              <a:buNone/>
            </a:pPr>
            <a:r>
              <a:rPr lang="en-US" sz="1250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$#</a:t>
            </a:r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nº de argumentos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( ) { } &amp;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696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Separar, agrupar en subshell o bloque, y mandar a segundo plano.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55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 )   ` `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10528" y="21305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comandos: captura la salida (moderno vs. heredado).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?  [ ]  { 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Comodines y expansión de llaves: patrones de nombres de archivo.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009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&gt;&gt; &lt; 2&gt; | &lt;&lt;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 y tuberías: gobiernan entrada, salida y errores.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$var  =  ${var}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Sustitución; " " conserva espacios, ' ' hace todo literal.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94690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let read $( 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5422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Asignación; variables sin tipo y de alcance local, entorno o posicional.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</a:t>
            </a:r>
            <a:pPr algn="l" indent="0" marL="0">
              <a:buNone/>
            </a:pPr>
            <a:r>
              <a:rPr lang="en-US" sz="1200" b="1" dirty="0">
                <a:solidFill>
                  <a:srgbClr val="E3A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Linux 1 · Complemento ABS Guide, capítulos 3 y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2026-08-06T18:47:57Z</dcterms:created>
  <dcterms:modified xsi:type="dcterms:W3CDTF">2026-08-06T18:47:57Z</dcterms:modified>
</cp:coreProperties>
</file>